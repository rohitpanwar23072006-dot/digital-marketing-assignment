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78" r:id="rId2"/>
    <p:sldId id="273" r:id="rId3"/>
    <p:sldId id="274" r:id="rId4"/>
    <p:sldId id="275" r:id="rId5"/>
    <p:sldId id="276" r:id="rId6"/>
    <p:sldId id="279" r:id="rId7"/>
    <p:sldId id="305" r:id="rId8"/>
    <p:sldId id="306" r:id="rId9"/>
    <p:sldId id="307" r:id="rId10"/>
    <p:sldId id="319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04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9ED"/>
    <a:srgbClr val="FEFAEE"/>
    <a:srgbClr val="FF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22" autoAdjust="0"/>
  </p:normalViewPr>
  <p:slideViewPr>
    <p:cSldViewPr>
      <p:cViewPr varScale="1">
        <p:scale>
          <a:sx n="52" d="100"/>
          <a:sy n="52" d="100"/>
        </p:scale>
        <p:origin x="74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1D70A-9942-46F8-A39A-185BCE0200DF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57B6F-041D-463D-A340-AEC6E90E5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0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1C57-651F-C12B-3FB1-09CE0845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6CDA-46D3-5FC1-CC96-94AEDC2E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301E-01DF-7F7B-5CEE-32D277E2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7E6A3-275A-87F4-076F-53A5B777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5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843BF-5924-41D3-0EBA-CC640DD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CB3611-1BA7-8D7A-231D-1AEB43AF0D5E}"/>
              </a:ext>
            </a:extLst>
          </p:cNvPr>
          <p:cNvSpPr/>
          <p:nvPr/>
        </p:nvSpPr>
        <p:spPr>
          <a:xfrm>
            <a:off x="0" y="0"/>
            <a:ext cx="18318480" cy="102946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6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7391400" y="999404"/>
            <a:ext cx="32766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 of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Submitted to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Toward 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By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BCA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2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1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Semester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</a:rPr>
              <a:t>Rohit Panwar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7528560" y="7524806"/>
            <a:ext cx="3276600" cy="19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018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018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106/10, Civil Lines, Ajmer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563C1"/>
                </a:solidFill>
                <a:effectLst/>
                <a:latin typeface="Calibri" panose="020F0502020204030204" pitchFamily="34" charset="0"/>
              </a:rPr>
              <a:t>www.dezyneecole.com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2026-2027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7848600" y="6039565"/>
            <a:ext cx="2362199" cy="15070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Assignment Report</a:t>
            </a:r>
            <a:endParaRPr lang="en-IN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Acknowledgement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716280" y="2091817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for providing us with the knowledge, </a:t>
            </a:r>
            <a:endParaRPr lang="en-IN" sz="2400" dirty="0"/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701040" y="2987949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Our deepest thanks to our respected Principal, Dr. Vinita Mathur, for her visionary leadership and continuous encouragement. </a:t>
            </a:r>
          </a:p>
          <a:p>
            <a:r>
              <a:rPr lang="en-IN" sz="24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716280" y="3998424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We are equally thankful to all our faculty members for their consistent support, expert advice, and valuable insights that </a:t>
            </a:r>
          </a:p>
          <a:p>
            <a:r>
              <a:rPr lang="en-IN" sz="24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731520" y="4927335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716280" y="550233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We are proud to be part of </a:t>
            </a:r>
            <a:r>
              <a:rPr lang="en-IN" sz="2400" dirty="0" err="1"/>
              <a:t>Dezyne</a:t>
            </a:r>
            <a:r>
              <a:rPr lang="en-IN" sz="2400" dirty="0"/>
              <a:t> École College, an institution that truly nurtures professionalism, innovation, and purpose.</a:t>
            </a:r>
            <a:endParaRPr lang="en-IN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716280" y="6406073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With sincere appreciation,</a:t>
            </a:r>
            <a:endParaRPr lang="en-IN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716280" y="6928759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R</a:t>
            </a:r>
            <a:r>
              <a:rPr lang="en-IN" sz="2400" dirty="0" err="1"/>
              <a:t>ohit</a:t>
            </a:r>
            <a:r>
              <a:rPr lang="en-IN" sz="2400" dirty="0"/>
              <a:t> Panwar</a:t>
            </a:r>
            <a:endParaRPr lang="en-IN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716280" y="749358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Department – BCA</a:t>
            </a:r>
            <a:endParaRPr lang="en-IN" sz="4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716280" y="805840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 err="1"/>
              <a:t>Dezyne</a:t>
            </a:r>
            <a:r>
              <a:rPr lang="en-IN" sz="2400" dirty="0"/>
              <a:t> École College, Ajmer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Case Study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701040" y="2616282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Build Subscriber Base, Increase Engagement, Promote Products, Improve Conversions &amp; Maximize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701040" y="2272118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Objective: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701040" y="37834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Created audience list in Mailchimp. Segmented subscribers based on interests and demographics.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701040" y="34392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1. Subscriber List Creation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701040" y="4798804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Selected regular email campaign and defined campaign name, audience, and subject line with strong CTA.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701040" y="445464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Email Campaign Setup</a:t>
            </a:r>
            <a:endParaRPr lang="en-IN" sz="6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701040" y="5843630"/>
            <a:ext cx="16062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Designed responsive email using drag-and-drop builder. Added logo, banner image, product details, and clear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701040" y="54994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Email Designing</a:t>
            </a:r>
            <a:endParaRPr lang="en-IN" sz="4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701040" y="7155898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Sent test emails to check layout, links, subject line, and mobile responsiveness.</a:t>
            </a:r>
            <a:endParaRPr lang="en-IN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701040" y="6811734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4. Test Email &amp; Optimization</a:t>
            </a:r>
            <a:endParaRPr lang="en-IN" sz="3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701040" y="8187035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Scheduled and sent final campaign. Monitored open rate, click-through rate (CTR), and conversions.</a:t>
            </a:r>
            <a:endParaRPr lang="en-I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701040" y="784287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5. Final Publication &amp; Performance Tracking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E92034-458B-4E0E-207D-2E38EE326F6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F2993-9DA5-44FD-4E79-87D3A3EA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6368F-73BC-D8F8-CEDA-B7102C701286}"/>
              </a:ext>
            </a:extLst>
          </p:cNvPr>
          <p:cNvSpPr txBox="1"/>
          <p:nvPr/>
        </p:nvSpPr>
        <p:spPr>
          <a:xfrm>
            <a:off x="0" y="2114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Mailchimp Account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C5871-8428-A845-942A-7EA15AAFC5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AC42B0-CF71-F323-F9DD-6E66762A8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866900"/>
            <a:ext cx="16306800" cy="705112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AFF486D-98E5-03D3-BF95-9BBABA4F4F6D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2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1086-3214-8052-08AC-281CC9CA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DAD0C-BCED-7D89-08A3-01F1E2C35CBD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Design Method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9DBCB-BE84-3E7D-D0A4-5E01D2027C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3EB602-0040-1C4D-5F99-76074140E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130" y="1866900"/>
            <a:ext cx="15881740" cy="716280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6FD70C8-AAF1-CA70-6408-7AF2AA683BF5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90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D302-54FF-E176-4B4A-49D63231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D5D6C-42B7-1885-A7EF-A8854CE4C227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Template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73C08-E56B-D7C7-DB2E-CEEE1DED4C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104617-199A-0B84-1A19-5B44A6718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160" y="1638300"/>
            <a:ext cx="15437744" cy="777240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A4759F5-EE7A-9EC7-3740-B71A7C922972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417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490C-EA2C-A34C-CB81-3EF4E800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7B41F-2EAA-91F4-A4CF-213E6DCFA5CC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C1394-E78E-C78A-5A8D-30D4D22E23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D73CDD-9DED-760E-6C00-E55EC4250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50" y="1562100"/>
            <a:ext cx="16728900" cy="79248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BE08FCC-1C2C-744D-986A-B37FA65636FD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18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AAE5-F8A9-E15C-4A09-D439F1D1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939A86-1352-E9AC-A389-A8278D2E2F08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4FC96-7C3A-FE02-3C80-B62AFAE85B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58A3F8-E563-430B-56DF-6AB337C29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341" y="2693476"/>
            <a:ext cx="5463556" cy="56388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593454-06B6-2B09-AA68-A672DF5D6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61" y="2705100"/>
            <a:ext cx="5066522" cy="56155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7F02BE-BA77-1C16-E24D-ACFF46B1C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0" y="2698954"/>
            <a:ext cx="5463556" cy="56333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2DA65C6-A525-F8AB-3676-AA3A1F5C72A9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81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AF84-FFB7-2D0F-E726-B5D7300E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84C2F-0278-6FD4-6FFA-04B4AE991299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Contact Import Method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072F3-B535-CFA4-44DB-4EABCC831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D8552A-F9D8-0C85-1A98-A86A52AC5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10" y="1638302"/>
            <a:ext cx="17100676" cy="807719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11FD3FC-30FB-FB0E-5283-D04981C6AB81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507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01536-5544-562F-F3AF-29E9EAD9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986764-5D46-2F43-ED22-1F590061DDEC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Copy &amp; Paste Your Contact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22B3A-10F2-9FF9-7785-7A1C3EAC5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0CD169-3D2D-9C28-24C2-55C8FEA3A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39" y="1714500"/>
            <a:ext cx="16884722" cy="79248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036D95C-801B-AC84-6FD5-468A8B1F2C98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3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09B51-3490-AA19-E059-1403A1CC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FCC56-798B-76D2-75EA-E9CD06A284CF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Contact Imported Successfully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452CA-6D01-3C0B-24A6-985BD80C07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F8875E-CD7A-8018-1376-88AF512D4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768" r="1873"/>
          <a:stretch>
            <a:fillRect/>
          </a:stretch>
        </p:blipFill>
        <p:spPr>
          <a:xfrm>
            <a:off x="877481" y="1714500"/>
            <a:ext cx="16546274" cy="790385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870F5B0-14A1-80CD-F409-A19F6E497ACA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900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66A0-8FF9-F90D-DEF7-F2F82DD6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214E3-830A-F45D-5CA6-30D784B988E0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Import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790CC-F9FF-B8FB-8038-8523DF5B6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4F5B6D-F80B-8093-EB51-7EF2800A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8" y="1638300"/>
            <a:ext cx="16578064" cy="79248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36F040E-C7D5-64DD-AE5D-B1E484429083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18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AA95-0F84-98EC-4CF3-0C7B2E1D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B594F-7231-CE53-7692-100792CAC62A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Import Confirmation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A6F65-AA91-47F8-D89B-D581174285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2DCA58-8E1E-15FC-738A-6F6320A05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23" y="1714500"/>
            <a:ext cx="16740554" cy="77724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E83B235-DA4C-7968-9594-A628720C548B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978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4F4F-8CA9-E355-8688-83012DDE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E10E5-1C5E-6B78-10D3-99D9685BA86B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68618-A9D2-F2C7-6E9D-599319947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EED7C4-B037-1E64-D026-CC6DC9616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80" y="1790700"/>
            <a:ext cx="16212268" cy="74676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74AB12F-574E-9BE7-91E3-80D861574F2F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405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D750-1AA5-9A69-9124-DA1AF81E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6117B-5C38-5C6B-54BB-513664F96213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Successfully Launched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C9289-E8DD-2C2F-E6D5-7AF55709B0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61937F-FAD7-4FF4-3490-A75A9925F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9" y="1790700"/>
            <a:ext cx="15849602" cy="757979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75C02E5-0861-F5D5-5F5A-C0D3F05D9C27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002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4945-EE62-A69B-15C4-0591E592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6285D-E77F-C04C-D318-A04C1ED9EC52}"/>
              </a:ext>
            </a:extLst>
          </p:cNvPr>
          <p:cNvSpPr txBox="1"/>
          <p:nvPr/>
        </p:nvSpPr>
        <p:spPr>
          <a:xfrm>
            <a:off x="0" y="356066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Test Email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2B7CD-02E3-CB4D-779A-CE1C7A9CB9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3735"/>
            <a:ext cx="1145360" cy="1152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7E9AB9-8FCC-E5CB-FDFB-9E9152F84517}"/>
              </a:ext>
            </a:extLst>
          </p:cNvPr>
          <p:cNvSpPr/>
          <p:nvPr/>
        </p:nvSpPr>
        <p:spPr>
          <a:xfrm>
            <a:off x="1450160" y="1714500"/>
            <a:ext cx="4876800" cy="76962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B0CF29-AAD7-DDF5-A81F-373E3FD855A2}"/>
              </a:ext>
            </a:extLst>
          </p:cNvPr>
          <p:cNvSpPr/>
          <p:nvPr/>
        </p:nvSpPr>
        <p:spPr>
          <a:xfrm>
            <a:off x="6478180" y="1723102"/>
            <a:ext cx="4876800" cy="7696199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624799-14F2-39FF-B839-AF667BA6A9ED}"/>
              </a:ext>
            </a:extLst>
          </p:cNvPr>
          <p:cNvSpPr/>
          <p:nvPr/>
        </p:nvSpPr>
        <p:spPr>
          <a:xfrm>
            <a:off x="11506200" y="1723102"/>
            <a:ext cx="4876800" cy="7687598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D7F93F-66B7-EDA0-60CA-42F966F0BD1F}"/>
              </a:ext>
            </a:extLst>
          </p:cNvPr>
          <p:cNvSpPr/>
          <p:nvPr/>
        </p:nvSpPr>
        <p:spPr>
          <a:xfrm>
            <a:off x="16687800" y="339437"/>
            <a:ext cx="1145360" cy="1152000"/>
          </a:xfrm>
          <a:prstGeom prst="ellipse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082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1183A-C2B1-DEAD-7F56-50C90FC0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B6319-0518-3BB9-473E-C319B1873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700" y="0"/>
            <a:ext cx="13948599" cy="986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391</Words>
  <Application>Microsoft Office PowerPoint</Application>
  <PresentationFormat>Custom</PresentationFormat>
  <Paragraphs>66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Calibri-Bold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Strategy for TharCool Growth</dc:title>
  <dc:creator>Mukesh Neelu</dc:creator>
  <cp:lastModifiedBy>Rohit Panwar</cp:lastModifiedBy>
  <cp:revision>18</cp:revision>
  <dcterms:created xsi:type="dcterms:W3CDTF">2006-08-16T00:00:00Z</dcterms:created>
  <dcterms:modified xsi:type="dcterms:W3CDTF">2026-09-09T04:52:55Z</dcterms:modified>
  <dc:identifier>DAHRJheS19U</dc:identifier>
</cp:coreProperties>
</file>