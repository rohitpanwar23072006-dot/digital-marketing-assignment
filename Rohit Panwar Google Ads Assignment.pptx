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66" r:id="rId4"/>
    <p:sldId id="267" r:id="rId5"/>
    <p:sldId id="260" r:id="rId6"/>
    <p:sldId id="261" r:id="rId7"/>
    <p:sldId id="268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3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D8F3DC"/>
    <a:srgbClr val="95D5B2"/>
    <a:srgbClr val="0A192F"/>
    <a:srgbClr val="8892B0"/>
    <a:srgbClr val="00F0FF"/>
    <a:srgbClr val="34A853"/>
    <a:srgbClr val="FBBC04"/>
    <a:srgbClr val="202124"/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Panwar" userId="1a4b2c907b5d1444" providerId="LiveId" clId="{7BF327C0-D4F8-4167-929E-9DCFDE382B2F}"/>
    <pc:docChg chg="undo custSel modSld">
      <pc:chgData name="Rohit Panwar" userId="1a4b2c907b5d1444" providerId="LiveId" clId="{7BF327C0-D4F8-4167-929E-9DCFDE382B2F}" dt="2026-09-17T05:28:18.541" v="63" actId="14100"/>
      <pc:docMkLst>
        <pc:docMk/>
      </pc:docMkLst>
      <pc:sldChg chg="addSp delSp modSp mod">
        <pc:chgData name="Rohit Panwar" userId="1a4b2c907b5d1444" providerId="LiveId" clId="{7BF327C0-D4F8-4167-929E-9DCFDE382B2F}" dt="2026-09-17T05:13:03.841" v="3" actId="1076"/>
        <pc:sldMkLst>
          <pc:docMk/>
          <pc:sldMk cId="1045413682" sldId="270"/>
        </pc:sldMkLst>
        <pc:picChg chg="add mod">
          <ac:chgData name="Rohit Panwar" userId="1a4b2c907b5d1444" providerId="LiveId" clId="{7BF327C0-D4F8-4167-929E-9DCFDE382B2F}" dt="2026-09-17T05:13:03.841" v="3" actId="1076"/>
          <ac:picMkLst>
            <pc:docMk/>
            <pc:sldMk cId="1045413682" sldId="270"/>
            <ac:picMk id="4" creationId="{FB2B033B-6F20-2882-EB44-03454F253B1E}"/>
          </ac:picMkLst>
        </pc:picChg>
        <pc:picChg chg="del">
          <ac:chgData name="Rohit Panwar" userId="1a4b2c907b5d1444" providerId="LiveId" clId="{7BF327C0-D4F8-4167-929E-9DCFDE382B2F}" dt="2026-09-17T05:12:22.030" v="0" actId="478"/>
          <ac:picMkLst>
            <pc:docMk/>
            <pc:sldMk cId="1045413682" sldId="270"/>
            <ac:picMk id="8" creationId="{EE6EA101-D643-5EBF-7FD9-2F834104E085}"/>
          </ac:picMkLst>
        </pc:picChg>
      </pc:sldChg>
      <pc:sldChg chg="addSp delSp modSp mod">
        <pc:chgData name="Rohit Panwar" userId="1a4b2c907b5d1444" providerId="LiveId" clId="{7BF327C0-D4F8-4167-929E-9DCFDE382B2F}" dt="2026-09-17T05:13:58.367" v="16" actId="1036"/>
        <pc:sldMkLst>
          <pc:docMk/>
          <pc:sldMk cId="706878531" sldId="272"/>
        </pc:sldMkLst>
        <pc:grpChg chg="add del">
          <ac:chgData name="Rohit Panwar" userId="1a4b2c907b5d1444" providerId="LiveId" clId="{7BF327C0-D4F8-4167-929E-9DCFDE382B2F}" dt="2026-09-17T05:13:10.625" v="5" actId="478"/>
          <ac:grpSpMkLst>
            <pc:docMk/>
            <pc:sldMk cId="706878531" sldId="272"/>
            <ac:grpSpMk id="6" creationId="{4977C8FF-967C-21E4-3F6F-6F6BE0B3A678}"/>
          </ac:grpSpMkLst>
        </pc:grpChg>
        <pc:picChg chg="del">
          <ac:chgData name="Rohit Panwar" userId="1a4b2c907b5d1444" providerId="LiveId" clId="{7BF327C0-D4F8-4167-929E-9DCFDE382B2F}" dt="2026-09-17T05:13:12.440" v="6" actId="478"/>
          <ac:picMkLst>
            <pc:docMk/>
            <pc:sldMk cId="706878531" sldId="272"/>
            <ac:picMk id="4" creationId="{983ADBCF-6500-3837-EAE3-34F3EFDEEBC2}"/>
          </ac:picMkLst>
        </pc:picChg>
        <pc:picChg chg="add del mod">
          <ac:chgData name="Rohit Panwar" userId="1a4b2c907b5d1444" providerId="LiveId" clId="{7BF327C0-D4F8-4167-929E-9DCFDE382B2F}" dt="2026-09-17T05:13:23.658" v="8" actId="478"/>
          <ac:picMkLst>
            <pc:docMk/>
            <pc:sldMk cId="706878531" sldId="272"/>
            <ac:picMk id="5" creationId="{8675237B-422B-EADF-B59B-E11C20504B57}"/>
          </ac:picMkLst>
        </pc:picChg>
        <pc:picChg chg="add mod">
          <ac:chgData name="Rohit Panwar" userId="1a4b2c907b5d1444" providerId="LiveId" clId="{7BF327C0-D4F8-4167-929E-9DCFDE382B2F}" dt="2026-09-17T05:13:58.367" v="16" actId="1036"/>
          <ac:picMkLst>
            <pc:docMk/>
            <pc:sldMk cId="706878531" sldId="272"/>
            <ac:picMk id="9" creationId="{B3ED9F1D-408B-A58B-C18E-3DCFF363235E}"/>
          </ac:picMkLst>
        </pc:picChg>
      </pc:sldChg>
      <pc:sldChg chg="addSp delSp modSp mod">
        <pc:chgData name="Rohit Panwar" userId="1a4b2c907b5d1444" providerId="LiveId" clId="{7BF327C0-D4F8-4167-929E-9DCFDE382B2F}" dt="2026-09-17T05:14:33.505" v="20" actId="1076"/>
        <pc:sldMkLst>
          <pc:docMk/>
          <pc:sldMk cId="1531536882" sldId="273"/>
        </pc:sldMkLst>
        <pc:picChg chg="del">
          <ac:chgData name="Rohit Panwar" userId="1a4b2c907b5d1444" providerId="LiveId" clId="{7BF327C0-D4F8-4167-929E-9DCFDE382B2F}" dt="2026-09-17T05:14:20.108" v="17" actId="478"/>
          <ac:picMkLst>
            <pc:docMk/>
            <pc:sldMk cId="1531536882" sldId="273"/>
            <ac:picMk id="4" creationId="{B2746BDF-C19F-A219-A2E6-1AECC558CBB3}"/>
          </ac:picMkLst>
        </pc:picChg>
        <pc:picChg chg="add mod">
          <ac:chgData name="Rohit Panwar" userId="1a4b2c907b5d1444" providerId="LiveId" clId="{7BF327C0-D4F8-4167-929E-9DCFDE382B2F}" dt="2026-09-17T05:14:33.505" v="20" actId="1076"/>
          <ac:picMkLst>
            <pc:docMk/>
            <pc:sldMk cId="1531536882" sldId="273"/>
            <ac:picMk id="5" creationId="{C4BB4199-85DE-8A0D-9551-DA9EBCE87F6C}"/>
          </ac:picMkLst>
        </pc:picChg>
      </pc:sldChg>
      <pc:sldChg chg="addSp delSp modSp mod">
        <pc:chgData name="Rohit Panwar" userId="1a4b2c907b5d1444" providerId="LiveId" clId="{7BF327C0-D4F8-4167-929E-9DCFDE382B2F}" dt="2026-09-17T05:17:25.160" v="25" actId="1076"/>
        <pc:sldMkLst>
          <pc:docMk/>
          <pc:sldMk cId="218488261" sldId="274"/>
        </pc:sldMkLst>
        <pc:picChg chg="add mod">
          <ac:chgData name="Rohit Panwar" userId="1a4b2c907b5d1444" providerId="LiveId" clId="{7BF327C0-D4F8-4167-929E-9DCFDE382B2F}" dt="2026-09-17T05:17:25.160" v="25" actId="1076"/>
          <ac:picMkLst>
            <pc:docMk/>
            <pc:sldMk cId="218488261" sldId="274"/>
            <ac:picMk id="4" creationId="{4EA592C1-85E4-22C4-01F8-FC886BB9E92D}"/>
          </ac:picMkLst>
        </pc:picChg>
        <pc:picChg chg="del">
          <ac:chgData name="Rohit Panwar" userId="1a4b2c907b5d1444" providerId="LiveId" clId="{7BF327C0-D4F8-4167-929E-9DCFDE382B2F}" dt="2026-09-17T05:17:18.477" v="21" actId="478"/>
          <ac:picMkLst>
            <pc:docMk/>
            <pc:sldMk cId="218488261" sldId="274"/>
            <ac:picMk id="5" creationId="{86EF3293-40E4-B71D-BC1C-879558902CEE}"/>
          </ac:picMkLst>
        </pc:picChg>
      </pc:sldChg>
      <pc:sldChg chg="addSp delSp modSp mod">
        <pc:chgData name="Rohit Panwar" userId="1a4b2c907b5d1444" providerId="LiveId" clId="{7BF327C0-D4F8-4167-929E-9DCFDE382B2F}" dt="2026-09-17T05:19:18.120" v="30" actId="1036"/>
        <pc:sldMkLst>
          <pc:docMk/>
          <pc:sldMk cId="1676304064" sldId="278"/>
        </pc:sldMkLst>
        <pc:picChg chg="add mod">
          <ac:chgData name="Rohit Panwar" userId="1a4b2c907b5d1444" providerId="LiveId" clId="{7BF327C0-D4F8-4167-929E-9DCFDE382B2F}" dt="2026-09-17T05:19:18.120" v="30" actId="1036"/>
          <ac:picMkLst>
            <pc:docMk/>
            <pc:sldMk cId="1676304064" sldId="278"/>
            <ac:picMk id="4" creationId="{17EE360B-D7EE-66BA-FDB8-F6EDD106EEC9}"/>
          </ac:picMkLst>
        </pc:picChg>
        <pc:picChg chg="del">
          <ac:chgData name="Rohit Panwar" userId="1a4b2c907b5d1444" providerId="LiveId" clId="{7BF327C0-D4F8-4167-929E-9DCFDE382B2F}" dt="2026-09-17T05:19:11.569" v="26" actId="478"/>
          <ac:picMkLst>
            <pc:docMk/>
            <pc:sldMk cId="1676304064" sldId="278"/>
            <ac:picMk id="11" creationId="{FBBDC4D8-11DB-F2E1-03E8-899315D54D3B}"/>
          </ac:picMkLst>
        </pc:picChg>
      </pc:sldChg>
      <pc:sldChg chg="addSp delSp modSp mod">
        <pc:chgData name="Rohit Panwar" userId="1a4b2c907b5d1444" providerId="LiveId" clId="{7BF327C0-D4F8-4167-929E-9DCFDE382B2F}" dt="2026-09-17T05:20:08.150" v="35" actId="1036"/>
        <pc:sldMkLst>
          <pc:docMk/>
          <pc:sldMk cId="481344101" sldId="280"/>
        </pc:sldMkLst>
        <pc:picChg chg="add mod">
          <ac:chgData name="Rohit Panwar" userId="1a4b2c907b5d1444" providerId="LiveId" clId="{7BF327C0-D4F8-4167-929E-9DCFDE382B2F}" dt="2026-09-17T05:20:08.150" v="35" actId="1036"/>
          <ac:picMkLst>
            <pc:docMk/>
            <pc:sldMk cId="481344101" sldId="280"/>
            <ac:picMk id="3" creationId="{32FE101C-8513-0AA1-8739-BD83AAC4DC3A}"/>
          </ac:picMkLst>
        </pc:picChg>
        <pc:picChg chg="del">
          <ac:chgData name="Rohit Panwar" userId="1a4b2c907b5d1444" providerId="LiveId" clId="{7BF327C0-D4F8-4167-929E-9DCFDE382B2F}" dt="2026-09-17T05:20:01.738" v="31" actId="478"/>
          <ac:picMkLst>
            <pc:docMk/>
            <pc:sldMk cId="481344101" sldId="280"/>
            <ac:picMk id="6" creationId="{413176FB-942F-9AE0-A271-3192EC81DA8A}"/>
          </ac:picMkLst>
        </pc:picChg>
      </pc:sldChg>
      <pc:sldChg chg="addSp delSp modSp mod">
        <pc:chgData name="Rohit Panwar" userId="1a4b2c907b5d1444" providerId="LiveId" clId="{7BF327C0-D4F8-4167-929E-9DCFDE382B2F}" dt="2026-09-17T05:22:22.769" v="42" actId="1036"/>
        <pc:sldMkLst>
          <pc:docMk/>
          <pc:sldMk cId="400202772" sldId="283"/>
        </pc:sldMkLst>
        <pc:grpChg chg="add del">
          <ac:chgData name="Rohit Panwar" userId="1a4b2c907b5d1444" providerId="LiveId" clId="{7BF327C0-D4F8-4167-929E-9DCFDE382B2F}" dt="2026-09-17T05:22:14.072" v="37" actId="478"/>
          <ac:grpSpMkLst>
            <pc:docMk/>
            <pc:sldMk cId="400202772" sldId="283"/>
            <ac:grpSpMk id="4" creationId="{D22A2FDA-C2E6-4817-E64B-43E990B4F096}"/>
          </ac:grpSpMkLst>
        </pc:grpChg>
        <pc:picChg chg="del">
          <ac:chgData name="Rohit Panwar" userId="1a4b2c907b5d1444" providerId="LiveId" clId="{7BF327C0-D4F8-4167-929E-9DCFDE382B2F}" dt="2026-09-17T05:22:15.512" v="38" actId="478"/>
          <ac:picMkLst>
            <pc:docMk/>
            <pc:sldMk cId="400202772" sldId="283"/>
            <ac:picMk id="3" creationId="{571D7CFD-92AF-25DB-ADF6-E08E08DC399C}"/>
          </ac:picMkLst>
        </pc:picChg>
        <pc:picChg chg="add mod">
          <ac:chgData name="Rohit Panwar" userId="1a4b2c907b5d1444" providerId="LiveId" clId="{7BF327C0-D4F8-4167-929E-9DCFDE382B2F}" dt="2026-09-17T05:22:22.769" v="42" actId="1036"/>
          <ac:picMkLst>
            <pc:docMk/>
            <pc:sldMk cId="400202772" sldId="283"/>
            <ac:picMk id="6" creationId="{B74F76CD-AD91-4B27-5BB9-F2A558A22B72}"/>
          </ac:picMkLst>
        </pc:picChg>
      </pc:sldChg>
      <pc:sldChg chg="addSp delSp modSp mod">
        <pc:chgData name="Rohit Panwar" userId="1a4b2c907b5d1444" providerId="LiveId" clId="{7BF327C0-D4F8-4167-929E-9DCFDE382B2F}" dt="2026-09-17T05:24:08.534" v="49" actId="14100"/>
        <pc:sldMkLst>
          <pc:docMk/>
          <pc:sldMk cId="451363263" sldId="287"/>
        </pc:sldMkLst>
        <pc:spChg chg="mod">
          <ac:chgData name="Rohit Panwar" userId="1a4b2c907b5d1444" providerId="LiveId" clId="{7BF327C0-D4F8-4167-929E-9DCFDE382B2F}" dt="2026-09-17T05:24:04.870" v="48" actId="1076"/>
          <ac:spMkLst>
            <pc:docMk/>
            <pc:sldMk cId="451363263" sldId="287"/>
            <ac:spMk id="5" creationId="{F29FCE58-732B-83A4-B9E1-E230CA779909}"/>
          </ac:spMkLst>
        </pc:spChg>
        <pc:picChg chg="add mod">
          <ac:chgData name="Rohit Panwar" userId="1a4b2c907b5d1444" providerId="LiveId" clId="{7BF327C0-D4F8-4167-929E-9DCFDE382B2F}" dt="2026-09-17T05:24:08.534" v="49" actId="14100"/>
          <ac:picMkLst>
            <pc:docMk/>
            <pc:sldMk cId="451363263" sldId="287"/>
            <ac:picMk id="3" creationId="{CF5A93B7-95E6-5F44-7281-85EFC376A91A}"/>
          </ac:picMkLst>
        </pc:picChg>
        <pc:picChg chg="del">
          <ac:chgData name="Rohit Panwar" userId="1a4b2c907b5d1444" providerId="LiveId" clId="{7BF327C0-D4F8-4167-929E-9DCFDE382B2F}" dt="2026-09-17T05:23:50.244" v="43" actId="478"/>
          <ac:picMkLst>
            <pc:docMk/>
            <pc:sldMk cId="451363263" sldId="287"/>
            <ac:picMk id="4" creationId="{D42A3739-2262-81BF-1842-0D872B0B2FC5}"/>
          </ac:picMkLst>
        </pc:picChg>
      </pc:sldChg>
      <pc:sldChg chg="addSp delSp modSp mod">
        <pc:chgData name="Rohit Panwar" userId="1a4b2c907b5d1444" providerId="LiveId" clId="{7BF327C0-D4F8-4167-929E-9DCFDE382B2F}" dt="2026-09-17T05:27:15.610" v="59" actId="1036"/>
        <pc:sldMkLst>
          <pc:docMk/>
          <pc:sldMk cId="321226675" sldId="290"/>
        </pc:sldMkLst>
        <pc:grpChg chg="add del">
          <ac:chgData name="Rohit Panwar" userId="1a4b2c907b5d1444" providerId="LiveId" clId="{7BF327C0-D4F8-4167-929E-9DCFDE382B2F}" dt="2026-09-17T05:27:07.503" v="55" actId="478"/>
          <ac:grpSpMkLst>
            <pc:docMk/>
            <pc:sldMk cId="321226675" sldId="290"/>
            <ac:grpSpMk id="6" creationId="{FA5E00FA-4E0F-9313-BD4A-AD2EAEF7789B}"/>
          </ac:grpSpMkLst>
        </pc:grpChg>
        <pc:picChg chg="add mod">
          <ac:chgData name="Rohit Panwar" userId="1a4b2c907b5d1444" providerId="LiveId" clId="{7BF327C0-D4F8-4167-929E-9DCFDE382B2F}" dt="2026-09-17T05:27:15.610" v="59" actId="1036"/>
          <ac:picMkLst>
            <pc:docMk/>
            <pc:sldMk cId="321226675" sldId="290"/>
            <ac:picMk id="3" creationId="{4DC1F757-D9FE-6AB5-7B2A-0D36FDFB5683}"/>
          </ac:picMkLst>
        </pc:picChg>
        <pc:picChg chg="del">
          <ac:chgData name="Rohit Panwar" userId="1a4b2c907b5d1444" providerId="LiveId" clId="{7BF327C0-D4F8-4167-929E-9DCFDE382B2F}" dt="2026-09-17T05:27:08.823" v="56" actId="478"/>
          <ac:picMkLst>
            <pc:docMk/>
            <pc:sldMk cId="321226675" sldId="290"/>
            <ac:picMk id="4" creationId="{40B735FA-A56A-D559-AEF0-C3BDA5A303FB}"/>
          </ac:picMkLst>
        </pc:picChg>
      </pc:sldChg>
      <pc:sldChg chg="addSp delSp modSp mod">
        <pc:chgData name="Rohit Panwar" userId="1a4b2c907b5d1444" providerId="LiveId" clId="{7BF327C0-D4F8-4167-929E-9DCFDE382B2F}" dt="2026-09-17T05:28:18.541" v="63" actId="14100"/>
        <pc:sldMkLst>
          <pc:docMk/>
          <pc:sldMk cId="2414318817" sldId="291"/>
        </pc:sldMkLst>
        <pc:picChg chg="add mod">
          <ac:chgData name="Rohit Panwar" userId="1a4b2c907b5d1444" providerId="LiveId" clId="{7BF327C0-D4F8-4167-929E-9DCFDE382B2F}" dt="2026-09-17T05:28:18.541" v="63" actId="14100"/>
          <ac:picMkLst>
            <pc:docMk/>
            <pc:sldMk cId="2414318817" sldId="291"/>
            <ac:picMk id="3" creationId="{D384419B-C9DE-05C2-36F8-FBCB9462E097}"/>
          </ac:picMkLst>
        </pc:picChg>
        <pc:picChg chg="del">
          <ac:chgData name="Rohit Panwar" userId="1a4b2c907b5d1444" providerId="LiveId" clId="{7BF327C0-D4F8-4167-929E-9DCFDE382B2F}" dt="2026-09-17T05:28:13.038" v="60" actId="478"/>
          <ac:picMkLst>
            <pc:docMk/>
            <pc:sldMk cId="2414318817" sldId="291"/>
            <ac:picMk id="4" creationId="{71D9D65D-4BA0-9F2B-B7C0-6D8A1149ABC9}"/>
          </ac:picMkLst>
        </pc:picChg>
        <pc:picChg chg="del">
          <ac:chgData name="Rohit Panwar" userId="1a4b2c907b5d1444" providerId="LiveId" clId="{7BF327C0-D4F8-4167-929E-9DCFDE382B2F}" dt="2026-09-17T05:28:15.031" v="61" actId="478"/>
          <ac:picMkLst>
            <pc:docMk/>
            <pc:sldMk cId="2414318817" sldId="291"/>
            <ac:picMk id="8" creationId="{81E7436F-D09D-8B01-D439-F764767FD392}"/>
          </ac:picMkLst>
        </pc:picChg>
      </pc:sldChg>
      <pc:sldChg chg="addSp delSp modSp mod">
        <pc:chgData name="Rohit Panwar" userId="1a4b2c907b5d1444" providerId="LiveId" clId="{7BF327C0-D4F8-4167-929E-9DCFDE382B2F}" dt="2026-09-17T05:24:54.807" v="53" actId="1076"/>
        <pc:sldMkLst>
          <pc:docMk/>
          <pc:sldMk cId="3633472366" sldId="293"/>
        </pc:sldMkLst>
        <pc:picChg chg="add mod">
          <ac:chgData name="Rohit Panwar" userId="1a4b2c907b5d1444" providerId="LiveId" clId="{7BF327C0-D4F8-4167-929E-9DCFDE382B2F}" dt="2026-09-17T05:24:54.807" v="53" actId="1076"/>
          <ac:picMkLst>
            <pc:docMk/>
            <pc:sldMk cId="3633472366" sldId="293"/>
            <ac:picMk id="3" creationId="{3A6F657B-6E73-C136-EDCB-4DA1B6018218}"/>
          </ac:picMkLst>
        </pc:picChg>
        <pc:picChg chg="del">
          <ac:chgData name="Rohit Panwar" userId="1a4b2c907b5d1444" providerId="LiveId" clId="{7BF327C0-D4F8-4167-929E-9DCFDE382B2F}" dt="2026-09-17T05:24:35.800" v="50" actId="478"/>
          <ac:picMkLst>
            <pc:docMk/>
            <pc:sldMk cId="3633472366" sldId="293"/>
            <ac:picMk id="6" creationId="{4B422EB0-5977-35B8-50F9-E867794DB832}"/>
          </ac:picMkLst>
        </pc:picChg>
      </pc:sldChg>
    </pc:docChg>
  </pc:docChgLst>
  <pc:docChgLst>
    <pc:chgData name="Samay Pinjlani" userId="bf9f3910206eb9a3" providerId="LiveId" clId="{C9FAC2DF-99A9-4378-A388-37BB1C625A10}"/>
    <pc:docChg chg="undo custSel addSld delSld modSld modMainMaster">
      <pc:chgData name="Samay Pinjlani" userId="bf9f3910206eb9a3" providerId="LiveId" clId="{C9FAC2DF-99A9-4378-A388-37BB1C625A10}" dt="2026-09-09T13:01:43.403" v="1134" actId="1036"/>
      <pc:docMkLst>
        <pc:docMk/>
      </pc:docMkLst>
      <pc:sldChg chg="addSp delSp modSp mod modTransition">
        <pc:chgData name="Samay Pinjlani" userId="bf9f3910206eb9a3" providerId="LiveId" clId="{C9FAC2DF-99A9-4378-A388-37BB1C625A10}" dt="2026-09-08T05:02:43.104" v="1095"/>
        <pc:sldMkLst>
          <pc:docMk/>
          <pc:sldMk cId="3764043895" sldId="256"/>
        </pc:sldMkLst>
      </pc:sldChg>
      <pc:sldChg chg="addSp delSp modSp mod modTransition">
        <pc:chgData name="Samay Pinjlani" userId="bf9f3910206eb9a3" providerId="LiveId" clId="{C9FAC2DF-99A9-4378-A388-37BB1C625A10}" dt="2026-09-08T05:02:43.104" v="1095"/>
        <pc:sldMkLst>
          <pc:docMk/>
          <pc:sldMk cId="3508464863" sldId="257"/>
        </pc:sldMkLst>
        <pc:spChg chg="mod">
          <ac:chgData name="Samay Pinjlani" userId="bf9f3910206eb9a3" providerId="LiveId" clId="{C9FAC2DF-99A9-4378-A388-37BB1C625A10}" dt="2026-09-07T13:23:19.968" v="841" actId="164"/>
          <ac:spMkLst>
            <pc:docMk/>
            <pc:sldMk cId="3508464863" sldId="257"/>
            <ac:spMk id="7" creationId="{DBE283CA-F626-D04E-520C-5A37FC3E309B}"/>
          </ac:spMkLst>
        </pc:spChg>
        <pc:spChg chg="mod">
          <ac:chgData name="Samay Pinjlani" userId="bf9f3910206eb9a3" providerId="LiveId" clId="{C9FAC2DF-99A9-4378-A388-37BB1C625A10}" dt="2026-09-07T13:23:19.968" v="841" actId="164"/>
          <ac:spMkLst>
            <pc:docMk/>
            <pc:sldMk cId="3508464863" sldId="257"/>
            <ac:spMk id="18" creationId="{807BBB75-951E-9B22-316F-77AA1EF3F75F}"/>
          </ac:spMkLst>
        </pc:spChg>
        <pc:grpChg chg="add mod">
          <ac:chgData name="Samay Pinjlani" userId="bf9f3910206eb9a3" providerId="LiveId" clId="{C9FAC2DF-99A9-4378-A388-37BB1C625A10}" dt="2026-09-07T13:23:19.968" v="841" actId="164"/>
          <ac:grpSpMkLst>
            <pc:docMk/>
            <pc:sldMk cId="3508464863" sldId="257"/>
            <ac:grpSpMk id="2" creationId="{11657BB1-2B45-D8F4-AF22-AB74DBDD9E2D}"/>
          </ac:grpSpMkLst>
        </pc:grpChg>
      </pc:sldChg>
      <pc:sldChg chg="addSp delSp modSp mod modTransition setBg">
        <pc:chgData name="Samay Pinjlani" userId="bf9f3910206eb9a3" providerId="LiveId" clId="{C9FAC2DF-99A9-4378-A388-37BB1C625A10}" dt="2026-09-08T05:02:43.104" v="1095"/>
        <pc:sldMkLst>
          <pc:docMk/>
          <pc:sldMk cId="3305695768" sldId="260"/>
        </pc:sldMkLst>
      </pc:sldChg>
      <pc:sldChg chg="addSp delSp modSp mod modTransition">
        <pc:chgData name="Samay Pinjlani" userId="bf9f3910206eb9a3" providerId="LiveId" clId="{C9FAC2DF-99A9-4378-A388-37BB1C625A10}" dt="2026-09-08T13:11:51.040" v="1096" actId="1036"/>
        <pc:sldMkLst>
          <pc:docMk/>
          <pc:sldMk cId="587445159" sldId="261"/>
        </pc:sldMkLst>
        <pc:spChg chg="add mod">
          <ac:chgData name="Samay Pinjlani" userId="bf9f3910206eb9a3" providerId="LiveId" clId="{C9FAC2DF-99A9-4378-A388-37BB1C625A10}" dt="2026-09-07T13:30:41.059" v="882" actId="164"/>
          <ac:spMkLst>
            <pc:docMk/>
            <pc:sldMk cId="587445159" sldId="261"/>
            <ac:spMk id="3" creationId="{88305264-26EE-267C-387C-B288BCAA5CBC}"/>
          </ac:spMkLst>
        </pc:spChg>
        <pc:grpChg chg="add mod">
          <ac:chgData name="Samay Pinjlani" userId="bf9f3910206eb9a3" providerId="LiveId" clId="{C9FAC2DF-99A9-4378-A388-37BB1C625A10}" dt="2026-09-08T13:11:51.040" v="1096" actId="1036"/>
          <ac:grpSpMkLst>
            <pc:docMk/>
            <pc:sldMk cId="587445159" sldId="261"/>
            <ac:grpSpMk id="8" creationId="{F2330F47-7FAB-338C-480D-ECC8C4B2AB8C}"/>
          </ac:grpSpMkLst>
        </pc:grpChg>
        <pc:picChg chg="add mod">
          <ac:chgData name="Samay Pinjlani" userId="bf9f3910206eb9a3" providerId="LiveId" clId="{C9FAC2DF-99A9-4378-A388-37BB1C625A10}" dt="2026-09-07T13:30:41.059" v="882" actId="164"/>
          <ac:picMkLst>
            <pc:docMk/>
            <pc:sldMk cId="587445159" sldId="261"/>
            <ac:picMk id="7" creationId="{4EAED683-48AD-FD5A-07D6-D0DD457BC299}"/>
          </ac:picMkLst>
        </pc:picChg>
      </pc:sldChg>
      <pc:sldChg chg="addSp delSp modSp modTransition">
        <pc:chgData name="Samay Pinjlani" userId="bf9f3910206eb9a3" providerId="LiveId" clId="{C9FAC2DF-99A9-4378-A388-37BB1C625A10}" dt="2026-09-08T05:02:43.104" v="1095"/>
        <pc:sldMkLst>
          <pc:docMk/>
          <pc:sldMk cId="735274631" sldId="266"/>
        </pc:sldMkLst>
        <pc:spChg chg="mod">
          <ac:chgData name="Samay Pinjlani" userId="bf9f3910206eb9a3" providerId="LiveId" clId="{C9FAC2DF-99A9-4378-A388-37BB1C625A10}" dt="2026-09-07T13:24:18.530" v="846" actId="164"/>
          <ac:spMkLst>
            <pc:docMk/>
            <pc:sldMk cId="735274631" sldId="266"/>
            <ac:spMk id="7" creationId="{CC7E67DE-34B0-F5C4-F12A-B221835F416D}"/>
          </ac:spMkLst>
        </pc:spChg>
        <pc:spChg chg="mod">
          <ac:chgData name="Samay Pinjlani" userId="bf9f3910206eb9a3" providerId="LiveId" clId="{C9FAC2DF-99A9-4378-A388-37BB1C625A10}" dt="2026-09-07T13:24:18.530" v="846" actId="164"/>
          <ac:spMkLst>
            <pc:docMk/>
            <pc:sldMk cId="735274631" sldId="266"/>
            <ac:spMk id="10" creationId="{58F8AC4C-FFB5-DD61-B7C6-461E1E377D9B}"/>
          </ac:spMkLst>
        </pc:spChg>
        <pc:spChg chg="mod">
          <ac:chgData name="Samay Pinjlani" userId="bf9f3910206eb9a3" providerId="LiveId" clId="{C9FAC2DF-99A9-4378-A388-37BB1C625A10}" dt="2026-09-07T13:24:18.530" v="846" actId="164"/>
          <ac:spMkLst>
            <pc:docMk/>
            <pc:sldMk cId="735274631" sldId="266"/>
            <ac:spMk id="12" creationId="{626AEAD2-4CE2-E0D2-05B7-CA751A68AFE6}"/>
          </ac:spMkLst>
        </pc:spChg>
        <pc:spChg chg="mod">
          <ac:chgData name="Samay Pinjlani" userId="bf9f3910206eb9a3" providerId="LiveId" clId="{C9FAC2DF-99A9-4378-A388-37BB1C625A10}" dt="2026-09-07T13:24:18.530" v="846" actId="164"/>
          <ac:spMkLst>
            <pc:docMk/>
            <pc:sldMk cId="735274631" sldId="266"/>
            <ac:spMk id="14" creationId="{C5EC91E4-57E9-C7B4-AE8F-FE831E16BDB9}"/>
          </ac:spMkLst>
        </pc:spChg>
        <pc:grpChg chg="add mod">
          <ac:chgData name="Samay Pinjlani" userId="bf9f3910206eb9a3" providerId="LiveId" clId="{C9FAC2DF-99A9-4378-A388-37BB1C625A10}" dt="2026-09-07T13:24:18.530" v="846" actId="164"/>
          <ac:grpSpMkLst>
            <pc:docMk/>
            <pc:sldMk cId="735274631" sldId="266"/>
            <ac:grpSpMk id="2" creationId="{02C3A6C4-B8ED-84FA-542B-26A0D07C6476}"/>
          </ac:grpSpMkLst>
        </pc:grpChg>
        <pc:cxnChg chg="mod">
          <ac:chgData name="Samay Pinjlani" userId="bf9f3910206eb9a3" providerId="LiveId" clId="{C9FAC2DF-99A9-4378-A388-37BB1C625A10}" dt="2026-09-07T13:24:18.530" v="846" actId="164"/>
          <ac:cxnSpMkLst>
            <pc:docMk/>
            <pc:sldMk cId="735274631" sldId="266"/>
            <ac:cxnSpMk id="8" creationId="{E8AAA323-999E-5718-C7C2-05EA62F54322}"/>
          </ac:cxnSpMkLst>
        </pc:cxnChg>
      </pc:sldChg>
      <pc:sldChg chg="addSp delSp modSp mod modTransition">
        <pc:chgData name="Samay Pinjlani" userId="bf9f3910206eb9a3" providerId="LiveId" clId="{C9FAC2DF-99A9-4378-A388-37BB1C625A10}" dt="2026-09-08T05:02:43.104" v="1095"/>
        <pc:sldMkLst>
          <pc:docMk/>
          <pc:sldMk cId="3413060885" sldId="267"/>
        </pc:sldMkLst>
        <pc:spChg chg="mod">
          <ac:chgData name="Samay Pinjlani" userId="bf9f3910206eb9a3" providerId="LiveId" clId="{C9FAC2DF-99A9-4378-A388-37BB1C625A10}" dt="2026-09-07T13:27:48.843" v="863" actId="164"/>
          <ac:spMkLst>
            <pc:docMk/>
            <pc:sldMk cId="3413060885" sldId="267"/>
            <ac:spMk id="7" creationId="{3EADEC80-C2F5-C51E-D01B-1E4A4F76A440}"/>
          </ac:spMkLst>
        </pc:spChg>
        <pc:spChg chg="mod">
          <ac:chgData name="Samay Pinjlani" userId="bf9f3910206eb9a3" providerId="LiveId" clId="{C9FAC2DF-99A9-4378-A388-37BB1C625A10}" dt="2026-09-07T13:27:48.843" v="863" actId="164"/>
          <ac:spMkLst>
            <pc:docMk/>
            <pc:sldMk cId="3413060885" sldId="267"/>
            <ac:spMk id="10" creationId="{3D16B53A-32E9-3783-17F4-C7EBF9C2C52E}"/>
          </ac:spMkLst>
        </pc:spChg>
        <pc:spChg chg="mod">
          <ac:chgData name="Samay Pinjlani" userId="bf9f3910206eb9a3" providerId="LiveId" clId="{C9FAC2DF-99A9-4378-A388-37BB1C625A10}" dt="2026-09-07T13:27:48.843" v="863" actId="164"/>
          <ac:spMkLst>
            <pc:docMk/>
            <pc:sldMk cId="3413060885" sldId="267"/>
            <ac:spMk id="12" creationId="{56803B24-B1B7-C559-E729-55E0F91714FF}"/>
          </ac:spMkLst>
        </pc:spChg>
        <pc:spChg chg="mod">
          <ac:chgData name="Samay Pinjlani" userId="bf9f3910206eb9a3" providerId="LiveId" clId="{C9FAC2DF-99A9-4378-A388-37BB1C625A10}" dt="2026-09-07T13:27:48.843" v="863" actId="164"/>
          <ac:spMkLst>
            <pc:docMk/>
            <pc:sldMk cId="3413060885" sldId="267"/>
            <ac:spMk id="14" creationId="{AC1076E0-A575-ACAC-E4B9-990C5B04ADE0}"/>
          </ac:spMkLst>
        </pc:spChg>
        <pc:grpChg chg="add mod">
          <ac:chgData name="Samay Pinjlani" userId="bf9f3910206eb9a3" providerId="LiveId" clId="{C9FAC2DF-99A9-4378-A388-37BB1C625A10}" dt="2026-09-07T13:27:48.843" v="863" actId="164"/>
          <ac:grpSpMkLst>
            <pc:docMk/>
            <pc:sldMk cId="3413060885" sldId="267"/>
            <ac:grpSpMk id="2" creationId="{A60D0E6B-2BB5-3544-FE4D-BAA27F638CA1}"/>
          </ac:grpSpMkLst>
        </pc:grpChg>
        <pc:cxnChg chg="mod">
          <ac:chgData name="Samay Pinjlani" userId="bf9f3910206eb9a3" providerId="LiveId" clId="{C9FAC2DF-99A9-4378-A388-37BB1C625A10}" dt="2026-09-07T13:27:48.843" v="863" actId="164"/>
          <ac:cxnSpMkLst>
            <pc:docMk/>
            <pc:sldMk cId="3413060885" sldId="267"/>
            <ac:cxnSpMk id="8" creationId="{22DACFEB-2CDF-9977-ED37-EFDAE4A2F4B7}"/>
          </ac:cxnSpMkLst>
        </pc:cxn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3783779484" sldId="268"/>
        </pc:sldMkLst>
        <pc:spChg chg="mod">
          <ac:chgData name="Samay Pinjlani" userId="bf9f3910206eb9a3" providerId="LiveId" clId="{C9FAC2DF-99A9-4378-A388-37BB1C625A10}" dt="2026-09-07T13:31:23.099" v="887" actId="164"/>
          <ac:spMkLst>
            <pc:docMk/>
            <pc:sldMk cId="3783779484" sldId="268"/>
            <ac:spMk id="3" creationId="{DE99B16E-4843-94A3-DC84-9782E47F309C}"/>
          </ac:spMkLst>
        </pc:spChg>
        <pc:grpChg chg="add mod">
          <ac:chgData name="Samay Pinjlani" userId="bf9f3910206eb9a3" providerId="LiveId" clId="{C9FAC2DF-99A9-4378-A388-37BB1C625A10}" dt="2026-09-07T13:31:23.099" v="887" actId="164"/>
          <ac:grpSpMkLst>
            <pc:docMk/>
            <pc:sldMk cId="3783779484" sldId="268"/>
            <ac:grpSpMk id="11" creationId="{312DDAAC-771B-3D7E-4052-FBA775AC7BB6}"/>
          </ac:grpSpMkLst>
        </pc:grpChg>
        <pc:picChg chg="mod">
          <ac:chgData name="Samay Pinjlani" userId="bf9f3910206eb9a3" providerId="LiveId" clId="{C9FAC2DF-99A9-4378-A388-37BB1C625A10}" dt="2026-09-07T13:31:23.099" v="887" actId="164"/>
          <ac:picMkLst>
            <pc:docMk/>
            <pc:sldMk cId="3783779484" sldId="268"/>
            <ac:picMk id="7" creationId="{A4AACCB2-0332-3C1A-CA5F-A17F11FACB5E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1045413682" sldId="270"/>
        </pc:sldMkLst>
        <pc:spChg chg="mod">
          <ac:chgData name="Samay Pinjlani" userId="bf9f3910206eb9a3" providerId="LiveId" clId="{C9FAC2DF-99A9-4378-A388-37BB1C625A10}" dt="2026-09-07T13:49:37.952" v="893" actId="164"/>
          <ac:spMkLst>
            <pc:docMk/>
            <pc:sldMk cId="1045413682" sldId="270"/>
            <ac:spMk id="3" creationId="{89DE4D29-FE54-0F25-428C-EF0692A0E81F}"/>
          </ac:spMkLst>
        </pc:spChg>
        <pc:grpChg chg="add mod">
          <ac:chgData name="Samay Pinjlani" userId="bf9f3910206eb9a3" providerId="LiveId" clId="{C9FAC2DF-99A9-4378-A388-37BB1C625A10}" dt="2026-09-07T13:49:37.952" v="893" actId="164"/>
          <ac:grpSpMkLst>
            <pc:docMk/>
            <pc:sldMk cId="1045413682" sldId="270"/>
            <ac:grpSpMk id="6" creationId="{5A5A82FF-07BB-6015-FCCA-81ECB19D9AB5}"/>
          </ac:grpSpMkLst>
        </pc:grpChg>
        <pc:picChg chg="mod">
          <ac:chgData name="Samay Pinjlani" userId="bf9f3910206eb9a3" providerId="LiveId" clId="{C9FAC2DF-99A9-4378-A388-37BB1C625A10}" dt="2026-09-07T13:49:37.952" v="893" actId="164"/>
          <ac:picMkLst>
            <pc:docMk/>
            <pc:sldMk cId="1045413682" sldId="270"/>
            <ac:picMk id="7" creationId="{D3040C0C-0EDB-2BA1-4410-20819F5103C8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874792281" sldId="271"/>
        </pc:sldMkLst>
        <pc:spChg chg="mod">
          <ac:chgData name="Samay Pinjlani" userId="bf9f3910206eb9a3" providerId="LiveId" clId="{C9FAC2DF-99A9-4378-A388-37BB1C625A10}" dt="2026-09-07T13:50:25.272" v="898" actId="164"/>
          <ac:spMkLst>
            <pc:docMk/>
            <pc:sldMk cId="874792281" sldId="271"/>
            <ac:spMk id="3" creationId="{E1E9AABC-742F-E65F-F03D-C0C9B8444BE5}"/>
          </ac:spMkLst>
        </pc:spChg>
        <pc:grpChg chg="add mod">
          <ac:chgData name="Samay Pinjlani" userId="bf9f3910206eb9a3" providerId="LiveId" clId="{C9FAC2DF-99A9-4378-A388-37BB1C625A10}" dt="2026-09-07T13:50:25.272" v="898" actId="164"/>
          <ac:grpSpMkLst>
            <pc:docMk/>
            <pc:sldMk cId="874792281" sldId="271"/>
            <ac:grpSpMk id="9" creationId="{3F0A07F4-1D3A-8744-54DC-765E2215E056}"/>
          </ac:grpSpMkLst>
        </pc:grpChg>
        <pc:picChg chg="mod">
          <ac:chgData name="Samay Pinjlani" userId="bf9f3910206eb9a3" providerId="LiveId" clId="{C9FAC2DF-99A9-4378-A388-37BB1C625A10}" dt="2026-09-07T13:50:25.272" v="898" actId="164"/>
          <ac:picMkLst>
            <pc:docMk/>
            <pc:sldMk cId="874792281" sldId="271"/>
            <ac:picMk id="7" creationId="{90215A9B-B31F-318C-0972-BDDBC5A1C058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706878531" sldId="272"/>
        </pc:sldMkLst>
        <pc:spChg chg="mod">
          <ac:chgData name="Samay Pinjlani" userId="bf9f3910206eb9a3" providerId="LiveId" clId="{C9FAC2DF-99A9-4378-A388-37BB1C625A10}" dt="2026-09-07T13:51:24.157" v="901" actId="164"/>
          <ac:spMkLst>
            <pc:docMk/>
            <pc:sldMk cId="706878531" sldId="272"/>
            <ac:spMk id="3" creationId="{CD1DDB05-DC6E-CB41-6C2B-08F988A4C171}"/>
          </ac:spMkLst>
        </pc:spChg>
        <pc:grpChg chg="add mod">
          <ac:chgData name="Samay Pinjlani" userId="bf9f3910206eb9a3" providerId="LiveId" clId="{C9FAC2DF-99A9-4378-A388-37BB1C625A10}" dt="2026-09-07T13:52:16.331" v="904" actId="14100"/>
          <ac:grpSpMkLst>
            <pc:docMk/>
            <pc:sldMk cId="706878531" sldId="272"/>
            <ac:grpSpMk id="6" creationId="{4977C8FF-967C-21E4-3F6F-6F6BE0B3A678}"/>
          </ac:grpSpMkLst>
        </pc:grpChg>
        <pc:picChg chg="mod">
          <ac:chgData name="Samay Pinjlani" userId="bf9f3910206eb9a3" providerId="LiveId" clId="{C9FAC2DF-99A9-4378-A388-37BB1C625A10}" dt="2026-09-07T13:51:24.157" v="901" actId="164"/>
          <ac:picMkLst>
            <pc:docMk/>
            <pc:sldMk cId="706878531" sldId="272"/>
            <ac:picMk id="7" creationId="{B51051A4-87E5-30A6-6757-C2EBD012A4E7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1531536882" sldId="273"/>
        </pc:sldMkLst>
        <pc:spChg chg="mod">
          <ac:chgData name="Samay Pinjlani" userId="bf9f3910206eb9a3" providerId="LiveId" clId="{C9FAC2DF-99A9-4378-A388-37BB1C625A10}" dt="2026-09-07T13:53:00.835" v="906" actId="164"/>
          <ac:spMkLst>
            <pc:docMk/>
            <pc:sldMk cId="1531536882" sldId="273"/>
            <ac:spMk id="3" creationId="{0593E78D-0D69-AC98-346C-44C636F6359A}"/>
          </ac:spMkLst>
        </pc:spChg>
        <pc:grpChg chg="add mod">
          <ac:chgData name="Samay Pinjlani" userId="bf9f3910206eb9a3" providerId="LiveId" clId="{C9FAC2DF-99A9-4378-A388-37BB1C625A10}" dt="2026-09-07T13:53:00.835" v="906" actId="164"/>
          <ac:grpSpMkLst>
            <pc:docMk/>
            <pc:sldMk cId="1531536882" sldId="273"/>
            <ac:grpSpMk id="6" creationId="{71197ADC-C1D8-C56E-2C87-8A0A7DACB789}"/>
          </ac:grpSpMkLst>
        </pc:grpChg>
        <pc:picChg chg="mod">
          <ac:chgData name="Samay Pinjlani" userId="bf9f3910206eb9a3" providerId="LiveId" clId="{C9FAC2DF-99A9-4378-A388-37BB1C625A10}" dt="2026-09-07T13:53:00.835" v="906" actId="164"/>
          <ac:picMkLst>
            <pc:docMk/>
            <pc:sldMk cId="1531536882" sldId="273"/>
            <ac:picMk id="7" creationId="{CEB6AAAB-10F9-3130-0298-94882A07BB3D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218488261" sldId="274"/>
        </pc:sldMkLst>
        <pc:spChg chg="mod">
          <ac:chgData name="Samay Pinjlani" userId="bf9f3910206eb9a3" providerId="LiveId" clId="{C9FAC2DF-99A9-4378-A388-37BB1C625A10}" dt="2026-09-07T13:53:46.997" v="911" actId="164"/>
          <ac:spMkLst>
            <pc:docMk/>
            <pc:sldMk cId="218488261" sldId="274"/>
            <ac:spMk id="3" creationId="{A2619C56-13EC-8155-2ABB-D628042E0018}"/>
          </ac:spMkLst>
        </pc:spChg>
        <pc:grpChg chg="add mod">
          <ac:chgData name="Samay Pinjlani" userId="bf9f3910206eb9a3" providerId="LiveId" clId="{C9FAC2DF-99A9-4378-A388-37BB1C625A10}" dt="2026-09-07T13:53:46.997" v="911" actId="164"/>
          <ac:grpSpMkLst>
            <pc:docMk/>
            <pc:sldMk cId="218488261" sldId="274"/>
            <ac:grpSpMk id="9" creationId="{4B054C6F-8BBE-9A90-0C55-78D87C097979}"/>
          </ac:grpSpMkLst>
        </pc:grpChg>
        <pc:picChg chg="mod">
          <ac:chgData name="Samay Pinjlani" userId="bf9f3910206eb9a3" providerId="LiveId" clId="{C9FAC2DF-99A9-4378-A388-37BB1C625A10}" dt="2026-09-07T13:53:46.997" v="911" actId="164"/>
          <ac:picMkLst>
            <pc:docMk/>
            <pc:sldMk cId="218488261" sldId="274"/>
            <ac:picMk id="7" creationId="{9ACD7AD0-5136-8A26-1940-A394DF44C5DF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2036377992" sldId="275"/>
        </pc:sldMkLst>
        <pc:spChg chg="mod">
          <ac:chgData name="Samay Pinjlani" userId="bf9f3910206eb9a3" providerId="LiveId" clId="{C9FAC2DF-99A9-4378-A388-37BB1C625A10}" dt="2026-09-07T13:54:30.801" v="916" actId="164"/>
          <ac:spMkLst>
            <pc:docMk/>
            <pc:sldMk cId="2036377992" sldId="275"/>
            <ac:spMk id="3" creationId="{8A50143E-7700-A04A-4DD4-1F258CF2CF85}"/>
          </ac:spMkLst>
        </pc:spChg>
        <pc:grpChg chg="add mod">
          <ac:chgData name="Samay Pinjlani" userId="bf9f3910206eb9a3" providerId="LiveId" clId="{C9FAC2DF-99A9-4378-A388-37BB1C625A10}" dt="2026-09-07T13:54:30.801" v="916" actId="164"/>
          <ac:grpSpMkLst>
            <pc:docMk/>
            <pc:sldMk cId="2036377992" sldId="275"/>
            <ac:grpSpMk id="6" creationId="{27A42544-AC4E-295C-408D-E2BA91AD356B}"/>
          </ac:grpSpMkLst>
        </pc:grpChg>
        <pc:picChg chg="mod">
          <ac:chgData name="Samay Pinjlani" userId="bf9f3910206eb9a3" providerId="LiveId" clId="{C9FAC2DF-99A9-4378-A388-37BB1C625A10}" dt="2026-09-07T13:54:30.801" v="916" actId="164"/>
          <ac:picMkLst>
            <pc:docMk/>
            <pc:sldMk cId="2036377992" sldId="275"/>
            <ac:picMk id="7" creationId="{D64D9B69-8CB0-918D-72AE-B0B24D33C870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9T12:25:58.936" v="1103" actId="478"/>
        <pc:sldMkLst>
          <pc:docMk/>
          <pc:sldMk cId="994217517" sldId="276"/>
        </pc:sldMkLst>
        <pc:spChg chg="mod">
          <ac:chgData name="Samay Pinjlani" userId="bf9f3910206eb9a3" providerId="LiveId" clId="{C9FAC2DF-99A9-4378-A388-37BB1C625A10}" dt="2026-09-07T13:55:14.212" v="920" actId="164"/>
          <ac:spMkLst>
            <pc:docMk/>
            <pc:sldMk cId="994217517" sldId="276"/>
            <ac:spMk id="3" creationId="{BDBCF29F-30B0-D55D-9C86-09DD24EA4CD7}"/>
          </ac:spMkLst>
        </pc:spChg>
        <pc:grpChg chg="add mod">
          <ac:chgData name="Samay Pinjlani" userId="bf9f3910206eb9a3" providerId="LiveId" clId="{C9FAC2DF-99A9-4378-A388-37BB1C625A10}" dt="2026-09-07T13:55:14.212" v="920" actId="164"/>
          <ac:grpSpMkLst>
            <pc:docMk/>
            <pc:sldMk cId="994217517" sldId="276"/>
            <ac:grpSpMk id="6" creationId="{AE8D50D6-2545-0FE2-A16C-0CADE548D7C3}"/>
          </ac:grpSpMkLst>
        </pc:grpChg>
        <pc:picChg chg="mod">
          <ac:chgData name="Samay Pinjlani" userId="bf9f3910206eb9a3" providerId="LiveId" clId="{C9FAC2DF-99A9-4378-A388-37BB1C625A10}" dt="2026-09-07T13:55:14.212" v="920" actId="164"/>
          <ac:picMkLst>
            <pc:docMk/>
            <pc:sldMk cId="994217517" sldId="276"/>
            <ac:picMk id="7" creationId="{6FAA50F1-D283-8416-6809-C7019F38D3C3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1394150995" sldId="277"/>
        </pc:sldMkLst>
        <pc:spChg chg="mod">
          <ac:chgData name="Samay Pinjlani" userId="bf9f3910206eb9a3" providerId="LiveId" clId="{C9FAC2DF-99A9-4378-A388-37BB1C625A10}" dt="2026-09-07T13:55:45.563" v="923" actId="164"/>
          <ac:spMkLst>
            <pc:docMk/>
            <pc:sldMk cId="1394150995" sldId="277"/>
            <ac:spMk id="3" creationId="{1190FBAE-F5E6-2F9D-32CF-AFC363078BC4}"/>
          </ac:spMkLst>
        </pc:spChg>
        <pc:grpChg chg="add mod">
          <ac:chgData name="Samay Pinjlani" userId="bf9f3910206eb9a3" providerId="LiveId" clId="{C9FAC2DF-99A9-4378-A388-37BB1C625A10}" dt="2026-09-07T13:55:45.563" v="923" actId="164"/>
          <ac:grpSpMkLst>
            <pc:docMk/>
            <pc:sldMk cId="1394150995" sldId="277"/>
            <ac:grpSpMk id="6" creationId="{8A4289FE-A543-29B6-B67B-68D3E38B3421}"/>
          </ac:grpSpMkLst>
        </pc:grpChg>
        <pc:picChg chg="add mod">
          <ac:chgData name="Samay Pinjlani" userId="bf9f3910206eb9a3" providerId="LiveId" clId="{C9FAC2DF-99A9-4378-A388-37BB1C625A10}" dt="2026-09-07T13:55:45.563" v="923" actId="164"/>
          <ac:picMkLst>
            <pc:docMk/>
            <pc:sldMk cId="1394150995" sldId="277"/>
            <ac:picMk id="5" creationId="{CFE6D878-3944-B11D-BF91-C5C3A9FB91F3}"/>
          </ac:picMkLst>
        </pc:picChg>
        <pc:picChg chg="mod">
          <ac:chgData name="Samay Pinjlani" userId="bf9f3910206eb9a3" providerId="LiveId" clId="{C9FAC2DF-99A9-4378-A388-37BB1C625A10}" dt="2026-09-07T13:55:45.563" v="923" actId="164"/>
          <ac:picMkLst>
            <pc:docMk/>
            <pc:sldMk cId="1394150995" sldId="277"/>
            <ac:picMk id="7" creationId="{924BB9EF-913D-11C6-FA88-199D5E21A07F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9T13:01:43.065" v="1133" actId="1035"/>
        <pc:sldMkLst>
          <pc:docMk/>
          <pc:sldMk cId="1676304064" sldId="278"/>
        </pc:sldMkLst>
        <pc:spChg chg="mod">
          <ac:chgData name="Samay Pinjlani" userId="bf9f3910206eb9a3" providerId="LiveId" clId="{C9FAC2DF-99A9-4378-A388-37BB1C625A10}" dt="2026-09-07T13:56:02.054" v="926" actId="164"/>
          <ac:spMkLst>
            <pc:docMk/>
            <pc:sldMk cId="1676304064" sldId="278"/>
            <ac:spMk id="3" creationId="{4DE75D52-B0DC-0391-E720-C4A50B99457F}"/>
          </ac:spMkLst>
        </pc:spChg>
        <pc:grpChg chg="add mod">
          <ac:chgData name="Samay Pinjlani" userId="bf9f3910206eb9a3" providerId="LiveId" clId="{C9FAC2DF-99A9-4378-A388-37BB1C625A10}" dt="2026-09-07T13:56:02.054" v="926" actId="164"/>
          <ac:grpSpMkLst>
            <pc:docMk/>
            <pc:sldMk cId="1676304064" sldId="278"/>
            <ac:grpSpMk id="6" creationId="{7BDA2CD8-C62E-55A9-C6B7-9FDFCAAAB155}"/>
          </ac:grpSpMkLst>
        </pc:grpChg>
        <pc:picChg chg="mod">
          <ac:chgData name="Samay Pinjlani" userId="bf9f3910206eb9a3" providerId="LiveId" clId="{C9FAC2DF-99A9-4378-A388-37BB1C625A10}" dt="2026-09-07T13:56:02.054" v="926" actId="164"/>
          <ac:picMkLst>
            <pc:docMk/>
            <pc:sldMk cId="1676304064" sldId="278"/>
            <ac:picMk id="7" creationId="{935D3C3A-DA59-8BC2-D0B5-29DE949C5A12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3558096597" sldId="279"/>
        </pc:sldMkLst>
        <pc:spChg chg="add mod">
          <ac:chgData name="Samay Pinjlani" userId="bf9f3910206eb9a3" providerId="LiveId" clId="{C9FAC2DF-99A9-4378-A388-37BB1C625A10}" dt="2026-09-07T13:56:18.790" v="929" actId="164"/>
          <ac:spMkLst>
            <pc:docMk/>
            <pc:sldMk cId="3558096597" sldId="279"/>
            <ac:spMk id="5" creationId="{EE0DE19C-7533-53E0-C92F-F57ED071DAA2}"/>
          </ac:spMkLst>
        </pc:spChg>
        <pc:grpChg chg="add mod">
          <ac:chgData name="Samay Pinjlani" userId="bf9f3910206eb9a3" providerId="LiveId" clId="{C9FAC2DF-99A9-4378-A388-37BB1C625A10}" dt="2026-09-07T13:56:18.790" v="929" actId="164"/>
          <ac:grpSpMkLst>
            <pc:docMk/>
            <pc:sldMk cId="3558096597" sldId="279"/>
            <ac:grpSpMk id="9" creationId="{77DB0F6E-06F3-97D9-B47E-F7308D9A4147}"/>
          </ac:grpSpMkLst>
        </pc:grpChg>
        <pc:picChg chg="mod">
          <ac:chgData name="Samay Pinjlani" userId="bf9f3910206eb9a3" providerId="LiveId" clId="{C9FAC2DF-99A9-4378-A388-37BB1C625A10}" dt="2026-09-07T13:56:18.790" v="929" actId="164"/>
          <ac:picMkLst>
            <pc:docMk/>
            <pc:sldMk cId="3558096597" sldId="279"/>
            <ac:picMk id="7" creationId="{44E23DEE-BA85-8B6D-D848-1226908B8F15}"/>
          </ac:picMkLst>
        </pc:picChg>
        <pc:picChg chg="add mod">
          <ac:chgData name="Samay Pinjlani" userId="bf9f3910206eb9a3" providerId="LiveId" clId="{C9FAC2DF-99A9-4378-A388-37BB1C625A10}" dt="2026-09-07T13:56:18.790" v="929" actId="164"/>
          <ac:picMkLst>
            <pc:docMk/>
            <pc:sldMk cId="3558096597" sldId="279"/>
            <ac:picMk id="8" creationId="{9EAA89E4-D941-F27C-7629-B6A68B77B04A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9T11:43:45.574" v="1099" actId="1036"/>
        <pc:sldMkLst>
          <pc:docMk/>
          <pc:sldMk cId="481344101" sldId="280"/>
        </pc:sldMkLst>
        <pc:spChg chg="mod">
          <ac:chgData name="Samay Pinjlani" userId="bf9f3910206eb9a3" providerId="LiveId" clId="{C9FAC2DF-99A9-4378-A388-37BB1C625A10}" dt="2026-09-07T13:56:40.306" v="932" actId="164"/>
          <ac:spMkLst>
            <pc:docMk/>
            <pc:sldMk cId="481344101" sldId="280"/>
            <ac:spMk id="5" creationId="{4E3D0F26-E470-3AF4-C5B1-DF707E429AB4}"/>
          </ac:spMkLst>
        </pc:spChg>
        <pc:grpChg chg="add mod">
          <ac:chgData name="Samay Pinjlani" userId="bf9f3910206eb9a3" providerId="LiveId" clId="{C9FAC2DF-99A9-4378-A388-37BB1C625A10}" dt="2026-09-09T11:43:45.574" v="1099" actId="1036"/>
          <ac:grpSpMkLst>
            <pc:docMk/>
            <pc:sldMk cId="481344101" sldId="280"/>
            <ac:grpSpMk id="4" creationId="{0062C014-3081-EC7E-BE12-02D4DE860CDB}"/>
          </ac:grpSpMkLst>
        </pc:grpChg>
        <pc:picChg chg="mod">
          <ac:chgData name="Samay Pinjlani" userId="bf9f3910206eb9a3" providerId="LiveId" clId="{C9FAC2DF-99A9-4378-A388-37BB1C625A10}" dt="2026-09-07T13:56:40.306" v="932" actId="164"/>
          <ac:picMkLst>
            <pc:docMk/>
            <pc:sldMk cId="481344101" sldId="280"/>
            <ac:picMk id="7" creationId="{4F4301E5-F3B3-4A0B-8631-BEB620312272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2884581124" sldId="281"/>
        </pc:sldMkLst>
        <pc:spChg chg="mod">
          <ac:chgData name="Samay Pinjlani" userId="bf9f3910206eb9a3" providerId="LiveId" clId="{C9FAC2DF-99A9-4378-A388-37BB1C625A10}" dt="2026-09-07T13:56:55.510" v="935" actId="164"/>
          <ac:spMkLst>
            <pc:docMk/>
            <pc:sldMk cId="2884581124" sldId="281"/>
            <ac:spMk id="5" creationId="{32A45568-8F1C-07D2-6787-73219AB6AC70}"/>
          </ac:spMkLst>
        </pc:spChg>
        <pc:grpChg chg="add mod">
          <ac:chgData name="Samay Pinjlani" userId="bf9f3910206eb9a3" providerId="LiveId" clId="{C9FAC2DF-99A9-4378-A388-37BB1C625A10}" dt="2026-09-07T13:56:55.510" v="935" actId="164"/>
          <ac:grpSpMkLst>
            <pc:docMk/>
            <pc:sldMk cId="2884581124" sldId="281"/>
            <ac:grpSpMk id="4" creationId="{F059E044-EF9B-7CD2-D797-ECA20405EABD}"/>
          </ac:grpSpMkLst>
        </pc:grpChg>
        <pc:picChg chg="add mod">
          <ac:chgData name="Samay Pinjlani" userId="bf9f3910206eb9a3" providerId="LiveId" clId="{C9FAC2DF-99A9-4378-A388-37BB1C625A10}" dt="2026-09-07T13:56:55.510" v="935" actId="164"/>
          <ac:picMkLst>
            <pc:docMk/>
            <pc:sldMk cId="2884581124" sldId="281"/>
            <ac:picMk id="3" creationId="{0E33AC0B-FB30-B599-7207-747DA9CEE911}"/>
          </ac:picMkLst>
        </pc:picChg>
        <pc:picChg chg="mod">
          <ac:chgData name="Samay Pinjlani" userId="bf9f3910206eb9a3" providerId="LiveId" clId="{C9FAC2DF-99A9-4378-A388-37BB1C625A10}" dt="2026-09-07T13:56:55.510" v="935" actId="164"/>
          <ac:picMkLst>
            <pc:docMk/>
            <pc:sldMk cId="2884581124" sldId="281"/>
            <ac:picMk id="7" creationId="{B87DBFF7-A284-24EF-FE3A-B3BBCB8AF45A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400202772" sldId="283"/>
        </pc:sldMkLst>
        <pc:spChg chg="mod">
          <ac:chgData name="Samay Pinjlani" userId="bf9f3910206eb9a3" providerId="LiveId" clId="{C9FAC2DF-99A9-4378-A388-37BB1C625A10}" dt="2026-09-07T13:58:00.132" v="942" actId="164"/>
          <ac:spMkLst>
            <pc:docMk/>
            <pc:sldMk cId="400202772" sldId="283"/>
            <ac:spMk id="5" creationId="{8A1E06E1-CD12-BECB-DD36-9C1642B7C1BB}"/>
          </ac:spMkLst>
        </pc:spChg>
        <pc:grpChg chg="add mod">
          <ac:chgData name="Samay Pinjlani" userId="bf9f3910206eb9a3" providerId="LiveId" clId="{C9FAC2DF-99A9-4378-A388-37BB1C625A10}" dt="2026-09-07T13:58:00.132" v="942" actId="164"/>
          <ac:grpSpMkLst>
            <pc:docMk/>
            <pc:sldMk cId="400202772" sldId="283"/>
            <ac:grpSpMk id="4" creationId="{D22A2FDA-C2E6-4817-E64B-43E990B4F096}"/>
          </ac:grpSpMkLst>
        </pc:grpChg>
        <pc:picChg chg="mod">
          <ac:chgData name="Samay Pinjlani" userId="bf9f3910206eb9a3" providerId="LiveId" clId="{C9FAC2DF-99A9-4378-A388-37BB1C625A10}" dt="2026-09-07T13:58:00.132" v="942" actId="164"/>
          <ac:picMkLst>
            <pc:docMk/>
            <pc:sldMk cId="400202772" sldId="283"/>
            <ac:picMk id="7" creationId="{0F76B9AA-6B09-322B-5A9F-042353BBA85D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3292963726" sldId="285"/>
        </pc:sldMkLst>
        <pc:spChg chg="mod">
          <ac:chgData name="Samay Pinjlani" userId="bf9f3910206eb9a3" providerId="LiveId" clId="{C9FAC2DF-99A9-4378-A388-37BB1C625A10}" dt="2026-09-07T13:58:49.859" v="949" actId="164"/>
          <ac:spMkLst>
            <pc:docMk/>
            <pc:sldMk cId="3292963726" sldId="285"/>
            <ac:spMk id="5" creationId="{37799A2C-0707-7D12-EDB7-7C179282C8E4}"/>
          </ac:spMkLst>
        </pc:spChg>
        <pc:grpChg chg="add mod">
          <ac:chgData name="Samay Pinjlani" userId="bf9f3910206eb9a3" providerId="LiveId" clId="{C9FAC2DF-99A9-4378-A388-37BB1C625A10}" dt="2026-09-07T13:58:49.859" v="949" actId="164"/>
          <ac:grpSpMkLst>
            <pc:docMk/>
            <pc:sldMk cId="3292963726" sldId="285"/>
            <ac:grpSpMk id="4" creationId="{7E2E97E7-D6FF-A232-47AF-8D809A6AB7F5}"/>
          </ac:grpSpMkLst>
        </pc:grpChg>
        <pc:picChg chg="mod">
          <ac:chgData name="Samay Pinjlani" userId="bf9f3910206eb9a3" providerId="LiveId" clId="{C9FAC2DF-99A9-4378-A388-37BB1C625A10}" dt="2026-09-07T13:58:49.859" v="949" actId="164"/>
          <ac:picMkLst>
            <pc:docMk/>
            <pc:sldMk cId="3292963726" sldId="285"/>
            <ac:picMk id="7" creationId="{98B65221-894A-711C-6CDE-AD5F5F846448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9T12:02:46.005" v="1101" actId="1038"/>
        <pc:sldMkLst>
          <pc:docMk/>
          <pc:sldMk cId="714612812" sldId="286"/>
        </pc:sldMkLst>
        <pc:spChg chg="mod">
          <ac:chgData name="Samay Pinjlani" userId="bf9f3910206eb9a3" providerId="LiveId" clId="{C9FAC2DF-99A9-4378-A388-37BB1C625A10}" dt="2026-09-07T13:59:20.242" v="953" actId="164"/>
          <ac:spMkLst>
            <pc:docMk/>
            <pc:sldMk cId="714612812" sldId="286"/>
            <ac:spMk id="5" creationId="{C328807A-E619-0903-A1FA-097A34BEB5D6}"/>
          </ac:spMkLst>
        </pc:spChg>
        <pc:grpChg chg="add mod">
          <ac:chgData name="Samay Pinjlani" userId="bf9f3910206eb9a3" providerId="LiveId" clId="{C9FAC2DF-99A9-4378-A388-37BB1C625A10}" dt="2026-09-07T13:59:20.242" v="953" actId="164"/>
          <ac:grpSpMkLst>
            <pc:docMk/>
            <pc:sldMk cId="714612812" sldId="286"/>
            <ac:grpSpMk id="6" creationId="{E4709A29-B49E-D335-DED6-3DBBAC78EE8C}"/>
          </ac:grpSpMkLst>
        </pc:grpChg>
        <pc:picChg chg="add mod">
          <ac:chgData name="Samay Pinjlani" userId="bf9f3910206eb9a3" providerId="LiveId" clId="{C9FAC2DF-99A9-4378-A388-37BB1C625A10}" dt="2026-09-09T12:02:46.005" v="1101" actId="1038"/>
          <ac:picMkLst>
            <pc:docMk/>
            <pc:sldMk cId="714612812" sldId="286"/>
            <ac:picMk id="4" creationId="{07EAA005-F0F5-2062-6ABE-7FE99DAFD6DF}"/>
          </ac:picMkLst>
        </pc:picChg>
        <pc:picChg chg="mod">
          <ac:chgData name="Samay Pinjlani" userId="bf9f3910206eb9a3" providerId="LiveId" clId="{C9FAC2DF-99A9-4378-A388-37BB1C625A10}" dt="2026-09-07T13:59:20.242" v="953" actId="164"/>
          <ac:picMkLst>
            <pc:docMk/>
            <pc:sldMk cId="714612812" sldId="286"/>
            <ac:picMk id="7" creationId="{A4D7D92C-6C4B-C75A-2A29-9E6FD5B780B9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9T13:01:43.403" v="1134" actId="1036"/>
        <pc:sldMkLst>
          <pc:docMk/>
          <pc:sldMk cId="451363263" sldId="287"/>
        </pc:sldMkLst>
        <pc:spChg chg="mod">
          <ac:chgData name="Samay Pinjlani" userId="bf9f3910206eb9a3" providerId="LiveId" clId="{C9FAC2DF-99A9-4378-A388-37BB1C625A10}" dt="2026-09-07T13:59:37.801" v="956" actId="164"/>
          <ac:spMkLst>
            <pc:docMk/>
            <pc:sldMk cId="451363263" sldId="287"/>
            <ac:spMk id="5" creationId="{F29FCE58-732B-83A4-B9E1-E230CA779909}"/>
          </ac:spMkLst>
        </pc:spChg>
        <pc:grpChg chg="add mod">
          <ac:chgData name="Samay Pinjlani" userId="bf9f3910206eb9a3" providerId="LiveId" clId="{C9FAC2DF-99A9-4378-A388-37BB1C625A10}" dt="2026-09-07T13:59:37.801" v="956" actId="164"/>
          <ac:grpSpMkLst>
            <pc:docMk/>
            <pc:sldMk cId="451363263" sldId="287"/>
            <ac:grpSpMk id="6" creationId="{2ADCDFBD-268B-DEA6-B4AA-437E2C256B98}"/>
          </ac:grpSpMkLst>
        </pc:grpChg>
        <pc:picChg chg="mod">
          <ac:chgData name="Samay Pinjlani" userId="bf9f3910206eb9a3" providerId="LiveId" clId="{C9FAC2DF-99A9-4378-A388-37BB1C625A10}" dt="2026-09-07T13:59:37.801" v="956" actId="164"/>
          <ac:picMkLst>
            <pc:docMk/>
            <pc:sldMk cId="451363263" sldId="287"/>
            <ac:picMk id="7" creationId="{C7269425-D5EC-D2BE-80B7-6809ADE7D68F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4115679086" sldId="288"/>
        </pc:sldMkLst>
        <pc:spChg chg="mod">
          <ac:chgData name="Samay Pinjlani" userId="bf9f3910206eb9a3" providerId="LiveId" clId="{C9FAC2DF-99A9-4378-A388-37BB1C625A10}" dt="2026-09-07T14:00:05.417" v="959" actId="164"/>
          <ac:spMkLst>
            <pc:docMk/>
            <pc:sldMk cId="4115679086" sldId="288"/>
            <ac:spMk id="5" creationId="{37AC75CD-FB3E-7405-EFBD-E6A36FF4D8AC}"/>
          </ac:spMkLst>
        </pc:spChg>
        <pc:grpChg chg="add mod">
          <ac:chgData name="Samay Pinjlani" userId="bf9f3910206eb9a3" providerId="LiveId" clId="{C9FAC2DF-99A9-4378-A388-37BB1C625A10}" dt="2026-09-07T14:00:05.417" v="959" actId="164"/>
          <ac:grpSpMkLst>
            <pc:docMk/>
            <pc:sldMk cId="4115679086" sldId="288"/>
            <ac:grpSpMk id="13" creationId="{7E20231B-D481-33E6-AEC0-4D962408FED5}"/>
          </ac:grpSpMkLst>
        </pc:grpChg>
        <pc:picChg chg="add mod">
          <ac:chgData name="Samay Pinjlani" userId="bf9f3910206eb9a3" providerId="LiveId" clId="{C9FAC2DF-99A9-4378-A388-37BB1C625A10}" dt="2026-09-07T14:00:05.417" v="959" actId="164"/>
          <ac:picMkLst>
            <pc:docMk/>
            <pc:sldMk cId="4115679086" sldId="288"/>
            <ac:picMk id="4" creationId="{697CCCAE-1AC8-6948-89DE-27CA373DE3B0}"/>
          </ac:picMkLst>
        </pc:picChg>
        <pc:picChg chg="mod">
          <ac:chgData name="Samay Pinjlani" userId="bf9f3910206eb9a3" providerId="LiveId" clId="{C9FAC2DF-99A9-4378-A388-37BB1C625A10}" dt="2026-09-07T14:00:05.417" v="959" actId="164"/>
          <ac:picMkLst>
            <pc:docMk/>
            <pc:sldMk cId="4115679086" sldId="288"/>
            <ac:picMk id="7" creationId="{B113063A-B1BD-2373-95F8-3142FD6CFF4B}"/>
          </ac:picMkLst>
        </pc:picChg>
        <pc:picChg chg="add mod">
          <ac:chgData name="Samay Pinjlani" userId="bf9f3910206eb9a3" providerId="LiveId" clId="{C9FAC2DF-99A9-4378-A388-37BB1C625A10}" dt="2026-09-07T14:00:05.417" v="959" actId="164"/>
          <ac:picMkLst>
            <pc:docMk/>
            <pc:sldMk cId="4115679086" sldId="288"/>
            <ac:picMk id="10" creationId="{45A44EBD-C328-673D-350D-2148439E2C35}"/>
          </ac:picMkLst>
        </pc:picChg>
        <pc:picChg chg="add mod">
          <ac:chgData name="Samay Pinjlani" userId="bf9f3910206eb9a3" providerId="LiveId" clId="{C9FAC2DF-99A9-4378-A388-37BB1C625A10}" dt="2026-09-07T14:00:05.417" v="959" actId="164"/>
          <ac:picMkLst>
            <pc:docMk/>
            <pc:sldMk cId="4115679086" sldId="288"/>
            <ac:picMk id="12" creationId="{D55B5691-5C97-03BE-987A-7320B9B19724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958641645" sldId="289"/>
        </pc:sldMkLst>
        <pc:spChg chg="add mod">
          <ac:chgData name="Samay Pinjlani" userId="bf9f3910206eb9a3" providerId="LiveId" clId="{C9FAC2DF-99A9-4378-A388-37BB1C625A10}" dt="2026-09-07T14:00:36.547" v="962" actId="164"/>
          <ac:spMkLst>
            <pc:docMk/>
            <pc:sldMk cId="958641645" sldId="289"/>
            <ac:spMk id="4" creationId="{19FA5C51-D33E-5C75-4FF1-C4BDD5E21398}"/>
          </ac:spMkLst>
        </pc:spChg>
        <pc:grpChg chg="add mod">
          <ac:chgData name="Samay Pinjlani" userId="bf9f3910206eb9a3" providerId="LiveId" clId="{C9FAC2DF-99A9-4378-A388-37BB1C625A10}" dt="2026-09-07T14:00:36.547" v="962" actId="164"/>
          <ac:grpSpMkLst>
            <pc:docMk/>
            <pc:sldMk cId="958641645" sldId="289"/>
            <ac:grpSpMk id="13" creationId="{7EBC30DE-E9AA-4401-E262-D7F39F3B509D}"/>
          </ac:grpSpMkLst>
        </pc:grpChg>
        <pc:picChg chg="mod">
          <ac:chgData name="Samay Pinjlani" userId="bf9f3910206eb9a3" providerId="LiveId" clId="{C9FAC2DF-99A9-4378-A388-37BB1C625A10}" dt="2026-09-07T14:00:36.547" v="962" actId="164"/>
          <ac:picMkLst>
            <pc:docMk/>
            <pc:sldMk cId="958641645" sldId="289"/>
            <ac:picMk id="7" creationId="{98754D58-91AF-9A1C-2C44-2CD13DD6D9CC}"/>
          </ac:picMkLst>
        </pc:picChg>
        <pc:picChg chg="add mod">
          <ac:chgData name="Samay Pinjlani" userId="bf9f3910206eb9a3" providerId="LiveId" clId="{C9FAC2DF-99A9-4378-A388-37BB1C625A10}" dt="2026-09-07T14:00:36.547" v="962" actId="164"/>
          <ac:picMkLst>
            <pc:docMk/>
            <pc:sldMk cId="958641645" sldId="289"/>
            <ac:picMk id="8" creationId="{95C74027-C468-A84F-DA4F-CA958C84CCD0}"/>
          </ac:picMkLst>
        </pc:picChg>
        <pc:picChg chg="add mod">
          <ac:chgData name="Samay Pinjlani" userId="bf9f3910206eb9a3" providerId="LiveId" clId="{C9FAC2DF-99A9-4378-A388-37BB1C625A10}" dt="2026-09-07T14:00:36.547" v="962" actId="164"/>
          <ac:picMkLst>
            <pc:docMk/>
            <pc:sldMk cId="958641645" sldId="289"/>
            <ac:picMk id="10" creationId="{A12EB4DD-8969-7F71-BB18-D4F644B121A2}"/>
          </ac:picMkLst>
        </pc:picChg>
        <pc:picChg chg="add mod">
          <ac:chgData name="Samay Pinjlani" userId="bf9f3910206eb9a3" providerId="LiveId" clId="{C9FAC2DF-99A9-4378-A388-37BB1C625A10}" dt="2026-09-07T14:00:36.547" v="962" actId="164"/>
          <ac:picMkLst>
            <pc:docMk/>
            <pc:sldMk cId="958641645" sldId="289"/>
            <ac:picMk id="12" creationId="{DBA7C3BA-D96C-CDF1-F33A-691A5DFAAED4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321226675" sldId="290"/>
        </pc:sldMkLst>
        <pc:spChg chg="mod">
          <ac:chgData name="Samay Pinjlani" userId="bf9f3910206eb9a3" providerId="LiveId" clId="{C9FAC2DF-99A9-4378-A388-37BB1C625A10}" dt="2026-09-07T14:00:57.508" v="967" actId="164"/>
          <ac:spMkLst>
            <pc:docMk/>
            <pc:sldMk cId="321226675" sldId="290"/>
            <ac:spMk id="5" creationId="{CA6E1228-4B39-14DD-B251-A4436C164079}"/>
          </ac:spMkLst>
        </pc:spChg>
        <pc:grpChg chg="add mod">
          <ac:chgData name="Samay Pinjlani" userId="bf9f3910206eb9a3" providerId="LiveId" clId="{C9FAC2DF-99A9-4378-A388-37BB1C625A10}" dt="2026-09-07T14:00:57.508" v="967" actId="164"/>
          <ac:grpSpMkLst>
            <pc:docMk/>
            <pc:sldMk cId="321226675" sldId="290"/>
            <ac:grpSpMk id="6" creationId="{FA5E00FA-4E0F-9313-BD4A-AD2EAEF7789B}"/>
          </ac:grpSpMkLst>
        </pc:grpChg>
        <pc:picChg chg="add mod">
          <ac:chgData name="Samay Pinjlani" userId="bf9f3910206eb9a3" providerId="LiveId" clId="{C9FAC2DF-99A9-4378-A388-37BB1C625A10}" dt="2026-09-07T14:00:57.508" v="967" actId="164"/>
          <ac:picMkLst>
            <pc:docMk/>
            <pc:sldMk cId="321226675" sldId="290"/>
            <ac:picMk id="4" creationId="{40B735FA-A56A-D559-AEF0-C3BDA5A303FB}"/>
          </ac:picMkLst>
        </pc:picChg>
        <pc:picChg chg="mod">
          <ac:chgData name="Samay Pinjlani" userId="bf9f3910206eb9a3" providerId="LiveId" clId="{C9FAC2DF-99A9-4378-A388-37BB1C625A10}" dt="2026-09-07T14:00:57.508" v="967" actId="164"/>
          <ac:picMkLst>
            <pc:docMk/>
            <pc:sldMk cId="321226675" sldId="290"/>
            <ac:picMk id="7" creationId="{9EB2B4DE-C11B-334A-E948-F6F67F01A8E4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2414318817" sldId="291"/>
        </pc:sldMkLst>
        <pc:spChg chg="mod">
          <ac:chgData name="Samay Pinjlani" userId="bf9f3910206eb9a3" providerId="LiveId" clId="{C9FAC2DF-99A9-4378-A388-37BB1C625A10}" dt="2026-09-07T14:01:18.387" v="971" actId="164"/>
          <ac:spMkLst>
            <pc:docMk/>
            <pc:sldMk cId="2414318817" sldId="291"/>
            <ac:spMk id="5" creationId="{D3FBD949-0BE2-C9E6-E087-0F4B80102433}"/>
          </ac:spMkLst>
        </pc:spChg>
        <pc:grpChg chg="add mod">
          <ac:chgData name="Samay Pinjlani" userId="bf9f3910206eb9a3" providerId="LiveId" clId="{C9FAC2DF-99A9-4378-A388-37BB1C625A10}" dt="2026-09-07T14:01:18.387" v="971" actId="164"/>
          <ac:grpSpMkLst>
            <pc:docMk/>
            <pc:sldMk cId="2414318817" sldId="291"/>
            <ac:grpSpMk id="9" creationId="{1009D9E5-D0A1-4C01-E9C6-25D196FA7443}"/>
          </ac:grpSpMkLst>
        </pc:grpChg>
        <pc:picChg chg="add mod">
          <ac:chgData name="Samay Pinjlani" userId="bf9f3910206eb9a3" providerId="LiveId" clId="{C9FAC2DF-99A9-4378-A388-37BB1C625A10}" dt="2026-09-07T14:01:18.387" v="971" actId="164"/>
          <ac:picMkLst>
            <pc:docMk/>
            <pc:sldMk cId="2414318817" sldId="291"/>
            <ac:picMk id="4" creationId="{71D9D65D-4BA0-9F2B-B7C0-6D8A1149ABC9}"/>
          </ac:picMkLst>
        </pc:picChg>
        <pc:picChg chg="mod">
          <ac:chgData name="Samay Pinjlani" userId="bf9f3910206eb9a3" providerId="LiveId" clId="{C9FAC2DF-99A9-4378-A388-37BB1C625A10}" dt="2026-09-07T14:01:18.387" v="971" actId="164"/>
          <ac:picMkLst>
            <pc:docMk/>
            <pc:sldMk cId="2414318817" sldId="291"/>
            <ac:picMk id="7" creationId="{56B01C8B-8B40-0D36-88BB-0DA6E51B0AC6}"/>
          </ac:picMkLst>
        </pc:picChg>
        <pc:picChg chg="add mod">
          <ac:chgData name="Samay Pinjlani" userId="bf9f3910206eb9a3" providerId="LiveId" clId="{C9FAC2DF-99A9-4378-A388-37BB1C625A10}" dt="2026-09-07T14:01:18.387" v="971" actId="164"/>
          <ac:picMkLst>
            <pc:docMk/>
            <pc:sldMk cId="2414318817" sldId="291"/>
            <ac:picMk id="8" creationId="{81E7436F-D09D-8B01-D439-F764767FD392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1627304422" sldId="292"/>
        </pc:sldMkLst>
        <pc:spChg chg="mod">
          <ac:chgData name="Samay Pinjlani" userId="bf9f3910206eb9a3" providerId="LiveId" clId="{C9FAC2DF-99A9-4378-A388-37BB1C625A10}" dt="2026-09-07T14:01:37.003" v="974" actId="164"/>
          <ac:spMkLst>
            <pc:docMk/>
            <pc:sldMk cId="1627304422" sldId="292"/>
            <ac:spMk id="5" creationId="{845FFF74-AE3D-895D-E5D7-385571CCCA33}"/>
          </ac:spMkLst>
        </pc:spChg>
        <pc:grpChg chg="add mod">
          <ac:chgData name="Samay Pinjlani" userId="bf9f3910206eb9a3" providerId="LiveId" clId="{C9FAC2DF-99A9-4378-A388-37BB1C625A10}" dt="2026-09-07T14:01:37.003" v="974" actId="164"/>
          <ac:grpSpMkLst>
            <pc:docMk/>
            <pc:sldMk cId="1627304422" sldId="292"/>
            <ac:grpSpMk id="6" creationId="{40810506-A4ED-6A92-6C38-FD79305AF1F5}"/>
          </ac:grpSpMkLst>
        </pc:grpChg>
        <pc:picChg chg="add mod">
          <ac:chgData name="Samay Pinjlani" userId="bf9f3910206eb9a3" providerId="LiveId" clId="{C9FAC2DF-99A9-4378-A388-37BB1C625A10}" dt="2026-09-07T14:01:37.003" v="974" actId="164"/>
          <ac:picMkLst>
            <pc:docMk/>
            <pc:sldMk cId="1627304422" sldId="292"/>
            <ac:picMk id="3" creationId="{1D274719-52BA-CF84-EB74-2C0E328984DB}"/>
          </ac:picMkLst>
        </pc:picChg>
        <pc:picChg chg="mod">
          <ac:chgData name="Samay Pinjlani" userId="bf9f3910206eb9a3" providerId="LiveId" clId="{C9FAC2DF-99A9-4378-A388-37BB1C625A10}" dt="2026-09-07T14:01:37.003" v="974" actId="164"/>
          <ac:picMkLst>
            <pc:docMk/>
            <pc:sldMk cId="1627304422" sldId="292"/>
            <ac:picMk id="7" creationId="{8B9BEFD2-E007-98B2-415E-E4D121003981}"/>
          </ac:picMkLst>
        </pc:picChg>
      </pc:sldChg>
      <pc:sldChg chg="addSp delSp modSp add mod modTransition">
        <pc:chgData name="Samay Pinjlani" userId="bf9f3910206eb9a3" providerId="LiveId" clId="{C9FAC2DF-99A9-4378-A388-37BB1C625A10}" dt="2026-09-08T05:02:43.104" v="1095"/>
        <pc:sldMkLst>
          <pc:docMk/>
          <pc:sldMk cId="3633472366" sldId="293"/>
        </pc:sldMkLst>
        <pc:spChg chg="mod">
          <ac:chgData name="Samay Pinjlani" userId="bf9f3910206eb9a3" providerId="LiveId" clId="{C9FAC2DF-99A9-4378-A388-37BB1C625A10}" dt="2026-09-07T14:01:49.574" v="977" actId="164"/>
          <ac:spMkLst>
            <pc:docMk/>
            <pc:sldMk cId="3633472366" sldId="293"/>
            <ac:spMk id="5" creationId="{6EDD6318-7124-013D-BAD4-8803931D0864}"/>
          </ac:spMkLst>
        </pc:spChg>
        <pc:grpChg chg="add mod">
          <ac:chgData name="Samay Pinjlani" userId="bf9f3910206eb9a3" providerId="LiveId" clId="{C9FAC2DF-99A9-4378-A388-37BB1C625A10}" dt="2026-09-07T14:01:49.574" v="977" actId="164"/>
          <ac:grpSpMkLst>
            <pc:docMk/>
            <pc:sldMk cId="3633472366" sldId="293"/>
            <ac:grpSpMk id="4" creationId="{9204E196-B7DC-100B-4F17-19FA5F61D5A8}"/>
          </ac:grpSpMkLst>
        </pc:grpChg>
        <pc:picChg chg="mod">
          <ac:chgData name="Samay Pinjlani" userId="bf9f3910206eb9a3" providerId="LiveId" clId="{C9FAC2DF-99A9-4378-A388-37BB1C625A10}" dt="2026-09-07T14:01:49.574" v="977" actId="164"/>
          <ac:picMkLst>
            <pc:docMk/>
            <pc:sldMk cId="3633472366" sldId="293"/>
            <ac:picMk id="7" creationId="{295820CB-38BF-5E58-8B8E-470666E6296C}"/>
          </ac:picMkLst>
        </pc:picChg>
      </pc:sldChg>
      <pc:sldChg chg="addSp delSp add mod modTransition">
        <pc:chgData name="Samay Pinjlani" userId="bf9f3910206eb9a3" providerId="LiveId" clId="{C9FAC2DF-99A9-4378-A388-37BB1C625A10}" dt="2026-09-08T05:02:43.104" v="1095"/>
        <pc:sldMkLst>
          <pc:docMk/>
          <pc:sldMk cId="3308959896" sldId="294"/>
        </pc:sldMkLst>
        <pc:picChg chg="add">
          <ac:chgData name="Samay Pinjlani" userId="bf9f3910206eb9a3" providerId="LiveId" clId="{C9FAC2DF-99A9-4378-A388-37BB1C625A10}" dt="2026-09-07T12:45:20.551" v="833" actId="22"/>
          <ac:picMkLst>
            <pc:docMk/>
            <pc:sldMk cId="3308959896" sldId="294"/>
            <ac:picMk id="4" creationId="{F7AC4CDF-D58F-35EE-C6FE-CD6548656B0B}"/>
          </ac:picMkLst>
        </pc:picChg>
      </pc:sldChg>
      <pc:sldMasterChg chg="modTransition modSldLayout">
        <pc:chgData name="Samay Pinjlani" userId="bf9f3910206eb9a3" providerId="LiveId" clId="{C9FAC2DF-99A9-4378-A388-37BB1C625A10}" dt="2026-09-08T05:02:43.104" v="1095"/>
        <pc:sldMasterMkLst>
          <pc:docMk/>
          <pc:sldMasterMk cId="121100023" sldId="2147483648"/>
        </pc:sldMasterMkLst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2398239925" sldId="2147483649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3841005585" sldId="2147483650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270148344" sldId="2147483651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3639327436" sldId="2147483652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2683104160" sldId="2147483653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1305294723" sldId="2147483654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96337219" sldId="2147483655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4164557695" sldId="2147483656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2157026655" sldId="2147483657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4034451693" sldId="2147483658"/>
          </pc:sldLayoutMkLst>
        </pc:sldLayoutChg>
        <pc:sldLayoutChg chg="modTransition">
          <pc:chgData name="Samay Pinjlani" userId="bf9f3910206eb9a3" providerId="LiveId" clId="{C9FAC2DF-99A9-4378-A388-37BB1C625A10}" dt="2026-09-08T05:02:43.104" v="1095"/>
          <pc:sldLayoutMkLst>
            <pc:docMk/>
            <pc:sldMasterMk cId="121100023" sldId="2147483648"/>
            <pc:sldLayoutMk cId="1751622762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FF871C-4583-9621-D319-46F1C62530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8DB86-CBF4-4D4C-BFD4-9AB993133E4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499021-0028-426A-8B05-80E39D781CB1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64312-61B6-1DDA-B87A-D75940DDF0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74B8C7-5C33-6AB6-9888-6B4AFF1D254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A48628-14F4-4D8C-A9AD-340B0957F6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098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FE9CE-D028-4B37-BF0E-D2C78F7194F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AA6AE-8098-4658-B9E6-7259E3843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604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1806F-A55D-5AF3-00AA-0EA60B9C5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F41B7-BC0A-D5A6-2CD2-1628E4EFE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B144E-45AF-8DD0-1252-84C6C57C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75282-8D5E-1B0A-96BA-2B70F14F6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CDEDE-F369-4033-476E-1D175F54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23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28E2-FCE0-3A5C-9773-09F60B446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8349D-48B5-BB34-CA8B-9D8475FCA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D54C1-8234-72B6-F707-271415F7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C6E5B-A83F-66EA-879C-4EFD09683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4F82B-FD4F-7B21-DCD6-183C9C30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00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C05C-99F8-F18E-7C5E-21D1A35D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FC970-7032-0F2E-6317-7F4F603AB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F75A2-ACF3-CE8E-0793-BD7BDB628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F3C10-A59A-8854-4ED5-27D55A71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4CAE4-8CB6-3E21-1666-C9F8F7F04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15399-6ACD-8797-0124-5F4DF0922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6619F-CBE4-0F53-030B-6BFFFC4C7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AFBD58-D43B-3A5C-3949-451981232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68402-0DBC-D68C-3450-0F37011B4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4C427-8693-0269-C576-684163F3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F7D44-48E3-917F-76DC-5DF6DFC22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327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36C23-1478-4F0A-1FB9-14814B144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E7DE4-10B2-73CA-E464-EBDF3554B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8761-8848-17D6-6C3E-C0C42F4D2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CF21F4-E621-C46C-6E4A-F9AD80B769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2CD7B-ABA2-50D5-5A3C-E40FBB1BF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211A43-AE24-ADE4-2F30-6A0C5BD2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BC8FED-D278-C903-3383-9601A1DE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4A5C94-3467-E116-5CE5-7C380118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10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8EB4-EEBE-3984-7EAB-2D78C6FE8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BAB60-C5A4-AE52-949D-2B5301DA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EAACB-DD76-387F-CACD-A67ACA6A8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9F9D6-360C-BFD0-AB8F-5BB32EF63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29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F9C926-3A79-F7F9-FB4E-77CAD6CA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A3DF8D-31E9-9DD9-6BC8-D3D25A87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02496-9B91-A68B-6527-32586351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3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EB037-DE40-DDC6-17F2-CE479DC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48FFA-4E68-F1D4-887C-1BCD5EEB6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76B4D-C72F-0549-F52C-4F59D6833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5DA74B-5DC0-27ED-55F1-3188300F9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F5D9A-365E-743B-25EA-039A31838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7E5FB7-46A9-C2C3-66A8-C6971C47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55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A687-D4CA-39A5-43FE-659F85692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D3511-0167-E127-2406-76E1164066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4200F-EA96-9606-2F0D-A0B14E008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79BEE-95B0-3AE2-E71E-6D9219A9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C97B7-5991-5809-56D5-C2506450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BDA98E-4E8D-6C92-3E11-66C4EB95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02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C10F-58CB-E8B9-A1C5-423D2AB96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EE19A-1489-8A1F-0930-E3B682C52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89D3C-C299-44FE-0DE1-1BAF97148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9746D-4FCB-D74B-CD6B-5223BB493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24762-7BB9-3C49-339D-5FBEB092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45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474E65-1589-9DEE-61B2-FA473130A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785E4-AF6E-833F-413F-ADAFB6FEA4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A9CC3-ABBC-1A81-980C-4498C7025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810FC-D43E-A383-6913-EE45E8979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0198-9305-B943-8F26-6FA8BA54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2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03B15A-D664-93D7-8C63-5CAEC501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2A5AD-2E33-3E20-BAE3-6D5B6AF3C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6E619-1016-537A-17D2-6880D8E09F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DD1F48-FB92-46A9-8CD5-26113D446A2D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1CEA3-B33E-821F-4F02-B96054DDB5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494C3-4F08-9226-7D0D-0E0799224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F37E7-6510-496A-872A-0EED1E4052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100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dezyneecole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287AD-00BA-AC5D-A9B1-CB85D6E7D0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04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2C82EF8-E5BB-1F77-6F00-774E542524B0}"/>
              </a:ext>
            </a:extLst>
          </p:cNvPr>
          <p:cNvCxnSpPr/>
          <p:nvPr/>
        </p:nvCxnSpPr>
        <p:spPr>
          <a:xfrm>
            <a:off x="0" y="611883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B15E5B-19E1-FD94-8D64-883B49A5E53A}"/>
              </a:ext>
            </a:extLst>
          </p:cNvPr>
          <p:cNvSpPr txBox="1"/>
          <p:nvPr/>
        </p:nvSpPr>
        <p:spPr>
          <a:xfrm>
            <a:off x="187568" y="674361"/>
            <a:ext cx="2813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5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FOLIO</a:t>
            </a:r>
            <a:endParaRPr lang="en-US" altLang="en-US" sz="175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F06A6E-801A-2E43-A0AF-5823CAF218E6}"/>
              </a:ext>
            </a:extLst>
          </p:cNvPr>
          <p:cNvSpPr txBox="1"/>
          <p:nvPr/>
        </p:nvSpPr>
        <p:spPr>
          <a:xfrm>
            <a:off x="187569" y="205438"/>
            <a:ext cx="2813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750" b="1" dirty="0">
                <a:solidFill>
                  <a:srgbClr val="2F5597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Digital Marketing</a:t>
            </a:r>
            <a:endParaRPr lang="en-IN" sz="17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18F572-39F4-BF4A-C923-9C3238DDFC34}"/>
              </a:ext>
            </a:extLst>
          </p:cNvPr>
          <p:cNvSpPr txBox="1"/>
          <p:nvPr/>
        </p:nvSpPr>
        <p:spPr>
          <a:xfrm>
            <a:off x="9122800" y="136791"/>
            <a:ext cx="2813539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2733338" algn="r"/>
              </a:tabLst>
            </a:pPr>
            <a:r>
              <a:rPr lang="en-US" altLang="en-US" sz="175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Assignment Report</a:t>
            </a:r>
            <a:endParaRPr lang="en-US" altLang="en-US" sz="1750" dirty="0">
              <a:latin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657BB1-2B45-D8F4-AF22-AB74DBDD9E2D}"/>
              </a:ext>
            </a:extLst>
          </p:cNvPr>
          <p:cNvGrpSpPr/>
          <p:nvPr/>
        </p:nvGrpSpPr>
        <p:grpSpPr>
          <a:xfrm>
            <a:off x="2576927" y="1312464"/>
            <a:ext cx="7038145" cy="5265031"/>
            <a:chOff x="2576927" y="1312464"/>
            <a:chExt cx="7038145" cy="5265031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DBE283CA-F626-D04E-520C-5A37FC3E3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6927" y="1312464"/>
              <a:ext cx="7038145" cy="29238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Assignment Folio of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Submitted to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Dezyne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École College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Toward Digital Marketing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algn="ctr"/>
              <a:r>
                <a:rPr lang="en-IN" sz="1600" dirty="0">
                  <a:latin typeface="Arial Rounded MT Bold" panose="020F0704030504030204" pitchFamily="34" charset="0"/>
                </a:rPr>
                <a:t>Rohit Panwar</a:t>
              </a:r>
            </a:p>
            <a:p>
              <a:pPr algn="ctr"/>
              <a:r>
                <a:rPr lang="en-IN" sz="1600" dirty="0">
                  <a:latin typeface="Arial Rounded MT Bold" panose="020F0704030504030204" pitchFamily="34" charset="0"/>
                </a:rPr>
                <a:t>BCA</a:t>
              </a:r>
            </a:p>
            <a:p>
              <a:pPr algn="ctr"/>
              <a:r>
                <a:rPr lang="en-IN" sz="1600" dirty="0">
                  <a:latin typeface="Arial Rounded MT Bold" panose="020F0704030504030204" pitchFamily="34" charset="0"/>
                </a:rPr>
                <a:t>Sem III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807BBB75-951E-9B22-316F-77AA1EF3F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737" y="5715721"/>
              <a:ext cx="4888523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Dezyne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École College 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106/10, Civil Lines, Ajmer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 </a:t>
              </a:r>
              <a:r>
                <a: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rgbClr val="0563C1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  <a:hlinkClick r:id="rId2"/>
                </a:rPr>
                <a:t>www.dezyneecole.com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F23AA58-3168-979F-58AE-CBB979EC7003}"/>
              </a:ext>
            </a:extLst>
          </p:cNvPr>
          <p:cNvSpPr txBox="1"/>
          <p:nvPr/>
        </p:nvSpPr>
        <p:spPr>
          <a:xfrm>
            <a:off x="5081784" y="4355953"/>
            <a:ext cx="2028427" cy="135976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</p:spTree>
    <p:extLst>
      <p:ext uri="{BB962C8B-B14F-4D97-AF65-F5344CB8AC3E}">
        <p14:creationId xmlns:p14="http://schemas.microsoft.com/office/powerpoint/2010/main" val="350846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35462-1006-21FA-690D-423FBA86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2C3A6C4-B8ED-84FA-542B-26A0D07C6476}"/>
              </a:ext>
            </a:extLst>
          </p:cNvPr>
          <p:cNvGrpSpPr/>
          <p:nvPr/>
        </p:nvGrpSpPr>
        <p:grpSpPr>
          <a:xfrm>
            <a:off x="0" y="136791"/>
            <a:ext cx="12192000" cy="6077549"/>
            <a:chOff x="0" y="136791"/>
            <a:chExt cx="12192000" cy="6077549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CC7E67DE-34B0-F5C4-F12A-B221835F4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68" y="1197582"/>
              <a:ext cx="11748771" cy="50167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IN" sz="1600" dirty="0"/>
                <a:t>We take this opportunity to express our sincere gratitude to </a:t>
              </a:r>
              <a:r>
                <a:rPr lang="en-IN" sz="1600" dirty="0" err="1"/>
                <a:t>Dezyne</a:t>
              </a:r>
              <a:r>
                <a:rPr lang="en-IN" sz="1600" dirty="0"/>
                <a:t> École College for providing us with the knowledge, resources, and guidance essential to the successful completion of this project.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Our deepest thanks to our respected Principal, Dr. Vinita Mathur, for her visionary leadership and continuous encouragement. Her commitment to academic excellence and student growth has been a constant source of motivation and pride.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We are equally thankful to all our faculty members for their consistent support, expert advice, and valuable insights that shaped our learning and helped us achieve this milestone.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Lastly, we extend heartfelt thanks to everyone who directly or indirectly contributed to the success of this project.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We are proud to be part of </a:t>
              </a:r>
              <a:r>
                <a:rPr lang="en-IN" sz="1600" dirty="0" err="1"/>
                <a:t>Dezyne</a:t>
              </a:r>
              <a:r>
                <a:rPr lang="en-IN" sz="1600" dirty="0"/>
                <a:t> École College, an institution that truly nurtures professionalism, innovation, and purpose.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dirty="0"/>
                <a:t>With sincere appreciation,</a:t>
              </a:r>
            </a:p>
            <a:p>
              <a:br>
                <a:rPr lang="en-IN" sz="1600" dirty="0"/>
              </a:br>
              <a:r>
                <a:rPr lang="en-IN" sz="1600" dirty="0"/>
                <a:t>Rohit Panwar</a:t>
              </a:r>
              <a:endParaRPr lang="en-US" sz="1600" dirty="0">
                <a:latin typeface="Comic Sans MS" panose="030F0702030302020204" pitchFamily="66" charset="0"/>
              </a:endParaRPr>
            </a:p>
            <a:p>
              <a:endParaRPr lang="en-IN" sz="1600" dirty="0"/>
            </a:p>
            <a:p>
              <a:r>
                <a:rPr lang="en-IN" sz="1600" dirty="0"/>
                <a:t>Department of Bachelor of Computer Applications</a:t>
              </a:r>
              <a:br>
                <a:rPr lang="en-IN" sz="1600" dirty="0"/>
              </a:br>
              <a:r>
                <a:rPr lang="en-IN" sz="1600" dirty="0" err="1"/>
                <a:t>Dezyne</a:t>
              </a:r>
              <a:r>
                <a:rPr lang="en-IN" sz="1600" dirty="0"/>
                <a:t> École College, Ajmer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8AAA323-999E-5718-C7C2-05EA62F54322}"/>
                </a:ext>
              </a:extLst>
            </p:cNvPr>
            <p:cNvCxnSpPr/>
            <p:nvPr/>
          </p:nvCxnSpPr>
          <p:spPr>
            <a:xfrm>
              <a:off x="0" y="611883"/>
              <a:ext cx="12192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8F8AC4C-FFB5-DD61-B7C6-461E1E377D9B}"/>
                </a:ext>
              </a:extLst>
            </p:cNvPr>
            <p:cNvSpPr txBox="1"/>
            <p:nvPr/>
          </p:nvSpPr>
          <p:spPr>
            <a:xfrm>
              <a:off x="187568" y="674361"/>
              <a:ext cx="2813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FOLIO</a:t>
              </a:r>
              <a:endParaRPr lang="en-US" altLang="en-US" sz="1750" dirty="0">
                <a:latin typeface="Arial" panose="020B0604020202020204" pitchFamily="34" charset="0"/>
              </a:endParaRPr>
            </a:p>
            <a:p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6AEAD2-4CE2-E0D2-05B7-CA751A68AFE6}"/>
                </a:ext>
              </a:extLst>
            </p:cNvPr>
            <p:cNvSpPr txBox="1"/>
            <p:nvPr/>
          </p:nvSpPr>
          <p:spPr>
            <a:xfrm>
              <a:off x="187569" y="205438"/>
              <a:ext cx="281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2F5597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lang="en-IN" sz="175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5EC91E4-57E9-C7B4-AE8F-FE831E16BDB9}"/>
                </a:ext>
              </a:extLst>
            </p:cNvPr>
            <p:cNvSpPr txBox="1"/>
            <p:nvPr/>
          </p:nvSpPr>
          <p:spPr>
            <a:xfrm>
              <a:off x="9122800" y="136791"/>
              <a:ext cx="28135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</a:pPr>
              <a:r>
                <a:rPr lang="en-US" altLang="en-US" sz="1750" b="1" dirty="0" err="1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Acknowlegement</a:t>
              </a:r>
              <a:endParaRPr lang="en-US" altLang="en-US" sz="175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5274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DFD8F-3953-66E1-FF1F-A741877EA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0D0E6B-2BB5-3544-FE4D-BAA27F638CA1}"/>
              </a:ext>
            </a:extLst>
          </p:cNvPr>
          <p:cNvGrpSpPr/>
          <p:nvPr/>
        </p:nvGrpSpPr>
        <p:grpSpPr>
          <a:xfrm>
            <a:off x="0" y="136791"/>
            <a:ext cx="12192000" cy="6323277"/>
            <a:chOff x="0" y="136791"/>
            <a:chExt cx="12192000" cy="6323277"/>
          </a:xfrm>
        </p:grpSpPr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3EADEC80-C2F5-C51E-D01B-1E4A4F76A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568" y="1197089"/>
              <a:ext cx="11327099" cy="52629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IN" sz="1600" b="1" dirty="0"/>
                <a:t>Objective :</a:t>
              </a:r>
            </a:p>
            <a:p>
              <a:endParaRPr lang="en-IN" sz="1600" dirty="0"/>
            </a:p>
            <a:p>
              <a:r>
                <a:rPr lang="en-IN" sz="1600" dirty="0"/>
                <a:t>Increase Website Traffic, Generate Quality Leads, Improve Brand Visibility, Boost Course </a:t>
              </a:r>
              <a:r>
                <a:rPr lang="en-IN" sz="1600" dirty="0" err="1"/>
                <a:t>Enrollments</a:t>
              </a:r>
              <a:r>
                <a:rPr lang="en-IN" sz="1600" dirty="0"/>
                <a:t> &amp; Maximise ROI</a:t>
              </a:r>
            </a:p>
            <a:p>
              <a:endParaRPr lang="en-IN" sz="1600" dirty="0"/>
            </a:p>
            <a:p>
              <a:r>
                <a:rPr lang="en-IN" sz="1600" b="1" dirty="0"/>
                <a:t>Key Feature :</a:t>
              </a:r>
              <a:br>
                <a:rPr lang="en-IN" sz="1600" b="1" dirty="0"/>
              </a:br>
              <a:endParaRPr lang="en-IN" sz="1600" dirty="0"/>
            </a:p>
            <a:p>
              <a:r>
                <a:rPr lang="en-IN" sz="1600" b="1" dirty="0"/>
                <a:t>1. Search Campaign Strategy</a:t>
              </a:r>
              <a:endParaRPr lang="en-IN" sz="1600" dirty="0"/>
            </a:p>
            <a:p>
              <a:r>
                <a:rPr lang="en-IN" sz="1600" dirty="0"/>
                <a:t>Targeted high-intent keywords related to computer courses.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2. Structure Ad Groups</a:t>
              </a:r>
              <a:endParaRPr lang="en-IN" sz="1600" dirty="0"/>
            </a:p>
            <a:p>
              <a:r>
                <a:rPr lang="en-IN" sz="1600" dirty="0"/>
                <a:t>Separate ad groups for each course to improve relevant and Quality Score.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3. Optimized Wix Landing Page</a:t>
              </a:r>
              <a:endParaRPr lang="en-IN" sz="1600" dirty="0"/>
            </a:p>
            <a:p>
              <a:r>
                <a:rPr lang="en-IN" sz="1600" dirty="0"/>
                <a:t>Mobile-friendly design with strong call-to-action buttons.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4. Conversion Tracking Setup</a:t>
              </a:r>
              <a:endParaRPr lang="en-IN" sz="1600" dirty="0"/>
            </a:p>
            <a:p>
              <a:r>
                <a:rPr lang="en-IN" sz="1600" dirty="0"/>
                <a:t>Measure form submission and call clicks for performance analysis.</a:t>
              </a:r>
              <a:br>
                <a:rPr lang="en-IN" sz="1600" dirty="0"/>
              </a:br>
              <a:endParaRPr lang="en-IN" sz="1600" dirty="0"/>
            </a:p>
            <a:p>
              <a:r>
                <a:rPr lang="en-IN" sz="1600" b="1" dirty="0"/>
                <a:t>5. Smart Bidding Strategy</a:t>
              </a:r>
              <a:endParaRPr lang="en-IN" sz="1600" dirty="0"/>
            </a:p>
            <a:p>
              <a:r>
                <a:rPr lang="en-IN" sz="1600" dirty="0"/>
                <a:t>Used “Maximize Conversations” to optimize ad spend automatically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12733338" algn="r"/>
                </a:tabLst>
              </a:pP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2DACFEB-2CDF-9977-ED37-EFDAE4A2F4B7}"/>
                </a:ext>
              </a:extLst>
            </p:cNvPr>
            <p:cNvCxnSpPr/>
            <p:nvPr/>
          </p:nvCxnSpPr>
          <p:spPr>
            <a:xfrm>
              <a:off x="0" y="611883"/>
              <a:ext cx="121920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16B53A-32E9-3783-17F4-C7EBF9C2C52E}"/>
                </a:ext>
              </a:extLst>
            </p:cNvPr>
            <p:cNvSpPr txBox="1"/>
            <p:nvPr/>
          </p:nvSpPr>
          <p:spPr>
            <a:xfrm>
              <a:off x="187568" y="674361"/>
              <a:ext cx="28135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ASSIGNMENT FOLIO</a:t>
              </a:r>
              <a:endParaRPr lang="en-US" altLang="en-US" sz="1750" dirty="0">
                <a:latin typeface="Arial" panose="020B0604020202020204" pitchFamily="34" charset="0"/>
              </a:endParaRPr>
            </a:p>
            <a:p>
              <a:endParaRPr lang="en-I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803B24-B1B7-C559-E729-55E0F91714FF}"/>
                </a:ext>
              </a:extLst>
            </p:cNvPr>
            <p:cNvSpPr txBox="1"/>
            <p:nvPr/>
          </p:nvSpPr>
          <p:spPr>
            <a:xfrm>
              <a:off x="187569" y="205438"/>
              <a:ext cx="28135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1750" b="1" dirty="0">
                  <a:solidFill>
                    <a:srgbClr val="2F5597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Digital Marketing</a:t>
              </a:r>
              <a:endParaRPr lang="en-IN" sz="175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1076E0-A575-ACAC-E4B9-990C5B04ADE0}"/>
                </a:ext>
              </a:extLst>
            </p:cNvPr>
            <p:cNvSpPr txBox="1"/>
            <p:nvPr/>
          </p:nvSpPr>
          <p:spPr>
            <a:xfrm>
              <a:off x="9122800" y="136791"/>
              <a:ext cx="2813539" cy="456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2733338" algn="r"/>
                </a:tabLst>
              </a:pPr>
              <a:r>
                <a:rPr lang="en-US" altLang="en-US" sz="175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Case Study</a:t>
              </a:r>
              <a:endParaRPr lang="en-US" altLang="en-US" sz="175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3060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F6095-9C52-198A-1D48-391AF99EA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06ED9-0376-C64F-90D8-D7B5BC80A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69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1D93-9AB1-2A4B-23A4-48CF6953C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2330F47-7FAB-338C-480D-ECC8C4B2AB8C}"/>
              </a:ext>
            </a:extLst>
          </p:cNvPr>
          <p:cNvGrpSpPr/>
          <p:nvPr/>
        </p:nvGrpSpPr>
        <p:grpSpPr>
          <a:xfrm>
            <a:off x="69342" y="-20027"/>
            <a:ext cx="9958192" cy="1661993"/>
            <a:chOff x="69342" y="-29171"/>
            <a:chExt cx="9958192" cy="166199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8305264-26EE-267C-387C-B288BCAA5CBC}"/>
                </a:ext>
              </a:extLst>
            </p:cNvPr>
            <p:cNvSpPr txBox="1"/>
            <p:nvPr/>
          </p:nvSpPr>
          <p:spPr>
            <a:xfrm>
              <a:off x="2360406" y="-29171"/>
              <a:ext cx="7667128" cy="1661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48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Google Ads - Overview</a:t>
              </a:r>
              <a:endParaRPr lang="en-US" altLang="en-US" sz="4800" dirty="0">
                <a:latin typeface="Arial" panose="020B0604020202020204" pitchFamily="34" charset="0"/>
              </a:endParaRPr>
            </a:p>
            <a:p>
              <a:endParaRPr lang="en-IN" sz="54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EAED683-48AD-FD5A-07D6-D0DD457BC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D598636-59C9-6F6D-B166-A148DE3B8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177" y="1048647"/>
            <a:ext cx="11377646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4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3CD46-C303-C739-3163-0E7F9691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12DDAAC-771B-3D7E-4052-FBA775AC7BB6}"/>
              </a:ext>
            </a:extLst>
          </p:cNvPr>
          <p:cNvGrpSpPr/>
          <p:nvPr/>
        </p:nvGrpSpPr>
        <p:grpSpPr>
          <a:xfrm>
            <a:off x="69342" y="-29171"/>
            <a:ext cx="9289132" cy="952500"/>
            <a:chOff x="69342" y="-29171"/>
            <a:chExt cx="9289132" cy="9525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E99B16E-4843-94A3-DC84-9782E47F309C}"/>
                </a:ext>
              </a:extLst>
            </p:cNvPr>
            <p:cNvSpPr txBox="1"/>
            <p:nvPr/>
          </p:nvSpPr>
          <p:spPr>
            <a:xfrm>
              <a:off x="2833526" y="56514"/>
              <a:ext cx="65249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6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Google Ads – Account Setup</a:t>
              </a:r>
              <a:endParaRPr lang="en-US" altLang="en-US" sz="3600" dirty="0">
                <a:latin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AACCB2-0332-3C1A-CA5F-A17F11FAC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1BCCD83-DBBF-0903-4CA7-9CA8238E3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590" y="781664"/>
            <a:ext cx="4408820" cy="59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7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9F8A-3256-67E7-F718-A9487CAF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A5A82FF-07BB-6015-FCCA-81ECB19D9AB5}"/>
              </a:ext>
            </a:extLst>
          </p:cNvPr>
          <p:cNvGrpSpPr/>
          <p:nvPr/>
        </p:nvGrpSpPr>
        <p:grpSpPr>
          <a:xfrm>
            <a:off x="155436" y="0"/>
            <a:ext cx="9719363" cy="929918"/>
            <a:chOff x="69342" y="-29171"/>
            <a:chExt cx="9860222" cy="9525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9DE4D29-FE54-0F25-428C-EF0692A0E81F}"/>
                </a:ext>
              </a:extLst>
            </p:cNvPr>
            <p:cNvSpPr txBox="1"/>
            <p:nvPr/>
          </p:nvSpPr>
          <p:spPr>
            <a:xfrm>
              <a:off x="2262436" y="0"/>
              <a:ext cx="76671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48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Google Ads - Dashboard</a:t>
              </a:r>
              <a:endParaRPr lang="en-IN" sz="54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040C0C-0EDB-2BA1-4410-20819F510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2B033B-6F20-2882-EB44-03454F253B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1123335"/>
            <a:ext cx="97536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1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BB19A-7053-FE4A-C5F5-A1F8365DB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F0A07F4-1D3A-8744-54DC-765E2215E056}"/>
              </a:ext>
            </a:extLst>
          </p:cNvPr>
          <p:cNvGrpSpPr/>
          <p:nvPr/>
        </p:nvGrpSpPr>
        <p:grpSpPr>
          <a:xfrm>
            <a:off x="69342" y="-29171"/>
            <a:ext cx="9078820" cy="1044834"/>
            <a:chOff x="69342" y="-29171"/>
            <a:chExt cx="9078820" cy="10448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1E9AABC-742F-E65F-F03D-C0C9B8444BE5}"/>
                </a:ext>
              </a:extLst>
            </p:cNvPr>
            <p:cNvSpPr txBox="1"/>
            <p:nvPr/>
          </p:nvSpPr>
          <p:spPr>
            <a:xfrm>
              <a:off x="3043838" y="0"/>
              <a:ext cx="61043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Campaign Setup</a:t>
              </a:r>
              <a:endParaRPr lang="en-IN" sz="6000" b="1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0215A9B-B31F-318C-0972-BDDBC5A1C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8CB1483-4C43-4B96-4552-9BE23ECDB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194" y="1037303"/>
            <a:ext cx="8925612" cy="478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92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CEE38-4B50-A35D-040E-2303247FA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977C8FF-967C-21E4-3F6F-6F6BE0B3A678}"/>
              </a:ext>
            </a:extLst>
          </p:cNvPr>
          <p:cNvGrpSpPr/>
          <p:nvPr/>
        </p:nvGrpSpPr>
        <p:grpSpPr>
          <a:xfrm>
            <a:off x="69342" y="-29171"/>
            <a:ext cx="9860222" cy="952501"/>
            <a:chOff x="69342" y="-29171"/>
            <a:chExt cx="9860222" cy="95250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D1DDB05-DC6E-CB41-6C2B-08F988A4C171}"/>
                </a:ext>
              </a:extLst>
            </p:cNvPr>
            <p:cNvSpPr txBox="1"/>
            <p:nvPr/>
          </p:nvSpPr>
          <p:spPr>
            <a:xfrm>
              <a:off x="2262436" y="0"/>
              <a:ext cx="766712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Campaign  Objectives</a:t>
              </a:r>
              <a:endParaRPr lang="en-IN" sz="5400" b="1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51051A4-87E5-30A6-6757-C2EBD012A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B3ED9F1D-408B-A58B-C18E-3DCFF36323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516" y="980766"/>
            <a:ext cx="9438968" cy="501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7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45B9A-9D07-A958-E6F3-3ABE00AA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1197ADC-C1D8-C56E-2C87-8A0A7DACB789}"/>
              </a:ext>
            </a:extLst>
          </p:cNvPr>
          <p:cNvGrpSpPr/>
          <p:nvPr/>
        </p:nvGrpSpPr>
        <p:grpSpPr>
          <a:xfrm>
            <a:off x="69342" y="-60753"/>
            <a:ext cx="9078820" cy="1015663"/>
            <a:chOff x="69342" y="-60753"/>
            <a:chExt cx="9078820" cy="101566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593E78D-0D69-AC98-346C-44C636F6359A}"/>
                </a:ext>
              </a:extLst>
            </p:cNvPr>
            <p:cNvSpPr txBox="1"/>
            <p:nvPr/>
          </p:nvSpPr>
          <p:spPr>
            <a:xfrm>
              <a:off x="3043838" y="-60753"/>
              <a:ext cx="610432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Campaign Types</a:t>
              </a:r>
              <a:endParaRPr lang="en-IN" sz="6000" b="1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B6AAAB-10F9-3130-0298-94882A07B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4BB4199-85DE-8A0D-9551-DA9EBCE87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116" y="1343947"/>
            <a:ext cx="8219768" cy="436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3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85A7-DBFA-083F-98AD-59DEC2517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B054C6F-8BBE-9A90-0C55-78D87C097979}"/>
              </a:ext>
            </a:extLst>
          </p:cNvPr>
          <p:cNvGrpSpPr/>
          <p:nvPr/>
        </p:nvGrpSpPr>
        <p:grpSpPr>
          <a:xfrm>
            <a:off x="79174" y="-30376"/>
            <a:ext cx="7442044" cy="1015663"/>
            <a:chOff x="69342" y="-60752"/>
            <a:chExt cx="7442044" cy="101566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2619C56-13EC-8155-2ABB-D628042E0018}"/>
                </a:ext>
              </a:extLst>
            </p:cNvPr>
            <p:cNvSpPr txBox="1"/>
            <p:nvPr/>
          </p:nvSpPr>
          <p:spPr>
            <a:xfrm>
              <a:off x="4680614" y="-60752"/>
              <a:ext cx="283077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 dirty="0"/>
                <a:t>Bidding</a:t>
              </a:r>
              <a:endParaRPr lang="en-IN" sz="6000" b="1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ACD7AD0-5136-8A26-1940-A394DF44C5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EA592C1-85E4-22C4-01F8-FC886BB9E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290" y="1518469"/>
            <a:ext cx="8377084" cy="44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8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12D4-0BD8-4331-8D97-78B67A7E7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7A42544-AC4E-295C-408D-E2BA91AD356B}"/>
              </a:ext>
            </a:extLst>
          </p:cNvPr>
          <p:cNvGrpSpPr/>
          <p:nvPr/>
        </p:nvGrpSpPr>
        <p:grpSpPr>
          <a:xfrm>
            <a:off x="69342" y="-29171"/>
            <a:ext cx="9860222" cy="952500"/>
            <a:chOff x="69342" y="-29171"/>
            <a:chExt cx="9860222" cy="9525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A50143E-7700-A04A-4DD4-1F258CF2CF85}"/>
                </a:ext>
              </a:extLst>
            </p:cNvPr>
            <p:cNvSpPr txBox="1"/>
            <p:nvPr/>
          </p:nvSpPr>
          <p:spPr>
            <a:xfrm>
              <a:off x="2262436" y="128231"/>
              <a:ext cx="76671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24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</a:t>
              </a:r>
              <a:r>
                <a:rPr lang="en-IN" altLang="en-US" sz="28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Settings : Location and Language </a:t>
              </a: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64D9B69-8CB0-918D-72AE-B0B24D33C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4C4D893-1E08-F47D-DD53-DFA28196F9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690" y="901009"/>
            <a:ext cx="9576620" cy="505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7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4EF93-E884-827D-677B-3BA4DD74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E8D50D6-2545-0FE2-A16C-0CADE548D7C3}"/>
              </a:ext>
            </a:extLst>
          </p:cNvPr>
          <p:cNvGrpSpPr/>
          <p:nvPr/>
        </p:nvGrpSpPr>
        <p:grpSpPr>
          <a:xfrm>
            <a:off x="69342" y="-29171"/>
            <a:ext cx="8914228" cy="952500"/>
            <a:chOff x="69342" y="-29171"/>
            <a:chExt cx="8914228" cy="9525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DBCF29F-30B0-D55D-9C86-09DD24EA4CD7}"/>
                </a:ext>
              </a:extLst>
            </p:cNvPr>
            <p:cNvSpPr txBox="1"/>
            <p:nvPr/>
          </p:nvSpPr>
          <p:spPr>
            <a:xfrm>
              <a:off x="3208430" y="0"/>
              <a:ext cx="57751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48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</a:t>
              </a:r>
              <a:endParaRPr lang="en-US" altLang="en-US" sz="4800" dirty="0">
                <a:latin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FAA50F1-D283-8416-6809-C7019F38D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63505FB-7D2F-78DA-163B-59C3E7601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26" y="3429000"/>
            <a:ext cx="5557844" cy="29454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12FE2D-BEED-61AB-6E46-BC6C57E21E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726" y="923329"/>
            <a:ext cx="5557842" cy="251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1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AF326-A31A-1F60-A1C7-F21A4C65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A4289FE-A543-29B6-B67B-68D3E38B3421}"/>
              </a:ext>
            </a:extLst>
          </p:cNvPr>
          <p:cNvGrpSpPr/>
          <p:nvPr/>
        </p:nvGrpSpPr>
        <p:grpSpPr>
          <a:xfrm>
            <a:off x="0" y="-29171"/>
            <a:ext cx="12192000" cy="5234849"/>
            <a:chOff x="0" y="-29171"/>
            <a:chExt cx="12192000" cy="523484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190FBAE-F5E6-2F9D-32CF-AFC363078BC4}"/>
                </a:ext>
              </a:extLst>
            </p:cNvPr>
            <p:cNvSpPr txBox="1"/>
            <p:nvPr/>
          </p:nvSpPr>
          <p:spPr>
            <a:xfrm>
              <a:off x="3208430" y="210312"/>
              <a:ext cx="57751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48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</a:t>
              </a:r>
              <a:endParaRPr lang="en-US" altLang="en-US" sz="4800" dirty="0">
                <a:latin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4BB9EF-913D-11C6-FA88-199D5E21A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E6D878-3944-B11D-BF91-C5C3A9FB91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652322"/>
              <a:ext cx="12192000" cy="3553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4150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CD4D1-BDFC-D1A5-CDE8-AC0B35757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BDA2CD8-C62E-55A9-C6B7-9FDFCAAAB155}"/>
              </a:ext>
            </a:extLst>
          </p:cNvPr>
          <p:cNvGrpSpPr/>
          <p:nvPr/>
        </p:nvGrpSpPr>
        <p:grpSpPr>
          <a:xfrm>
            <a:off x="69342" y="-29171"/>
            <a:ext cx="9488219" cy="952500"/>
            <a:chOff x="69342" y="-29171"/>
            <a:chExt cx="9488219" cy="95250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E75D52-B0DC-0391-E720-C4A50B99457F}"/>
                </a:ext>
              </a:extLst>
            </p:cNvPr>
            <p:cNvSpPr txBox="1"/>
            <p:nvPr/>
          </p:nvSpPr>
          <p:spPr>
            <a:xfrm>
              <a:off x="2634439" y="124315"/>
              <a:ext cx="6923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Asset Group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35D3C3A-DA59-8BC2-D0B5-29DE949C5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EE360B-D7EE-66BA-FDB8-F6EDD106E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581" y="1437660"/>
            <a:ext cx="7570838" cy="402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30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8B77-F2AF-B524-FD73-E6FB1DE3A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77DB0F6E-06F3-97D9-B47E-F7308D9A4147}"/>
              </a:ext>
            </a:extLst>
          </p:cNvPr>
          <p:cNvGrpSpPr/>
          <p:nvPr/>
        </p:nvGrpSpPr>
        <p:grpSpPr>
          <a:xfrm>
            <a:off x="216826" y="0"/>
            <a:ext cx="10616410" cy="6184487"/>
            <a:chOff x="69342" y="-29171"/>
            <a:chExt cx="10902357" cy="621352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E23DEE-BA85-8B6D-D848-1226908B8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0DE19C-7533-53E0-C92F-F57ED071DAA2}"/>
                </a:ext>
              </a:extLst>
            </p:cNvPr>
            <p:cNvSpPr txBox="1"/>
            <p:nvPr/>
          </p:nvSpPr>
          <p:spPr>
            <a:xfrm>
              <a:off x="2634439" y="124315"/>
              <a:ext cx="6923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Asset Group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EAA89E4-D941-F27C-7629-B6A68B77B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842" y="923329"/>
              <a:ext cx="9949857" cy="5261024"/>
            </a:xfrm>
            <a:prstGeom prst="rect">
              <a:avLst/>
            </a:prstGeom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BAE22AE-27CF-A094-5364-BC71ECD800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764" y="2067736"/>
            <a:ext cx="999088" cy="7442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388388-83C2-5ADC-3653-4B865FD5D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912" y="4906297"/>
            <a:ext cx="1070940" cy="74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9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9A7C6-1D10-8D1E-4B5D-EFCD1F6B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62C014-3081-EC7E-BE12-02D4DE860CDB}"/>
              </a:ext>
            </a:extLst>
          </p:cNvPr>
          <p:cNvGrpSpPr/>
          <p:nvPr/>
        </p:nvGrpSpPr>
        <p:grpSpPr>
          <a:xfrm>
            <a:off x="69342" y="0"/>
            <a:ext cx="9488219" cy="952500"/>
            <a:chOff x="69342" y="-29171"/>
            <a:chExt cx="9488219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F4301E5-F3B3-4A0B-8631-BEB620312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E3D0F26-E470-3AF4-C5B1-DF707E429AB4}"/>
                </a:ext>
              </a:extLst>
            </p:cNvPr>
            <p:cNvSpPr txBox="1"/>
            <p:nvPr/>
          </p:nvSpPr>
          <p:spPr>
            <a:xfrm>
              <a:off x="2634439" y="124315"/>
              <a:ext cx="6923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Asset Group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2FE101C-8513-0AA1-8739-BD83AAC4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87" y="962332"/>
            <a:ext cx="10127226" cy="538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4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54238-A5F8-5DB2-9764-4E8A1E650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059E044-EF9B-7CD2-D797-ECA20405EABD}"/>
              </a:ext>
            </a:extLst>
          </p:cNvPr>
          <p:cNvGrpSpPr/>
          <p:nvPr/>
        </p:nvGrpSpPr>
        <p:grpSpPr>
          <a:xfrm>
            <a:off x="69342" y="-29171"/>
            <a:ext cx="10374793" cy="6230118"/>
            <a:chOff x="69342" y="-29171"/>
            <a:chExt cx="10374793" cy="6230118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87DBFF7-A284-24EF-FE3A-B3BBCB8AF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A45568-8F1C-07D2-6787-73219AB6AC70}"/>
                </a:ext>
              </a:extLst>
            </p:cNvPr>
            <p:cNvSpPr txBox="1"/>
            <p:nvPr/>
          </p:nvSpPr>
          <p:spPr>
            <a:xfrm>
              <a:off x="2634439" y="124315"/>
              <a:ext cx="6923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Asset Group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E33AC0B-FB30-B599-7207-747DA9CEE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7864" y="923329"/>
              <a:ext cx="8696271" cy="52776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8458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48546-9B94-B60F-47A5-29145F2BD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22A2FDA-C2E6-4817-E64B-43E990B4F096}"/>
              </a:ext>
            </a:extLst>
          </p:cNvPr>
          <p:cNvGrpSpPr/>
          <p:nvPr/>
        </p:nvGrpSpPr>
        <p:grpSpPr>
          <a:xfrm>
            <a:off x="69342" y="-29171"/>
            <a:ext cx="9488219" cy="952500"/>
            <a:chOff x="69342" y="-29171"/>
            <a:chExt cx="9488219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F76B9AA-6B09-322B-5A9F-042353BBA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A1E06E1-CD12-BECB-DD36-9C1642B7C1BB}"/>
                </a:ext>
              </a:extLst>
            </p:cNvPr>
            <p:cNvSpPr txBox="1"/>
            <p:nvPr/>
          </p:nvSpPr>
          <p:spPr>
            <a:xfrm>
              <a:off x="2634439" y="124315"/>
              <a:ext cx="6923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Asset Group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74F76CD-AD91-4B27-5BB9-F2A558A22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535" y="1170038"/>
            <a:ext cx="9792929" cy="520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0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F53C-AF55-CFC3-4D34-D5935D1C3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E2E97E7-D6FF-A232-47AF-8D809A6AB7F5}"/>
              </a:ext>
            </a:extLst>
          </p:cNvPr>
          <p:cNvGrpSpPr/>
          <p:nvPr/>
        </p:nvGrpSpPr>
        <p:grpSpPr>
          <a:xfrm>
            <a:off x="69342" y="-29171"/>
            <a:ext cx="9488219" cy="952500"/>
            <a:chOff x="69342" y="-29171"/>
            <a:chExt cx="9488219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8B65221-894A-711C-6CDE-AD5F5F846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799A2C-0707-7D12-EDB7-7C179282C8E4}"/>
                </a:ext>
              </a:extLst>
            </p:cNvPr>
            <p:cNvSpPr txBox="1"/>
            <p:nvPr/>
          </p:nvSpPr>
          <p:spPr>
            <a:xfrm>
              <a:off x="2634439" y="124315"/>
              <a:ext cx="6923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Review Asset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D2FF57A-8430-CCB2-00FC-F613B9E0F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535" y="2339756"/>
            <a:ext cx="4222107" cy="40375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DF7F6F-26DA-DBCB-E58B-2D36C7F26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535" y="816209"/>
            <a:ext cx="4183743" cy="14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63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81D8-A555-305C-3C31-26E1AE946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4709A29-B49E-D335-DED6-3DBBAC78EE8C}"/>
              </a:ext>
            </a:extLst>
          </p:cNvPr>
          <p:cNvGrpSpPr/>
          <p:nvPr/>
        </p:nvGrpSpPr>
        <p:grpSpPr>
          <a:xfrm>
            <a:off x="60199" y="-38315"/>
            <a:ext cx="11107146" cy="5816051"/>
            <a:chOff x="69342" y="-29171"/>
            <a:chExt cx="11107146" cy="58160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4D7D92C-6C4B-C75A-2A29-9E6FD5B78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28807A-E619-0903-A1FA-097A34BEB5D6}"/>
                </a:ext>
              </a:extLst>
            </p:cNvPr>
            <p:cNvSpPr txBox="1"/>
            <p:nvPr/>
          </p:nvSpPr>
          <p:spPr>
            <a:xfrm>
              <a:off x="2612619" y="252331"/>
              <a:ext cx="696676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28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Asset Optimization </a:t>
              </a:r>
              <a:endParaRPr lang="en-US" altLang="en-US" sz="2800" dirty="0">
                <a:latin typeface="Arial" panose="020B0604020202020204" pitchFamily="34" charset="0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EAA005-F0F5-2062-6ABE-7FE99DAFD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3797" y="1089408"/>
              <a:ext cx="10142691" cy="4697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4612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E3C65-470A-595D-7FE3-7C09A167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ADCDFBD-268B-DEA6-B4AA-437E2C256B98}"/>
              </a:ext>
            </a:extLst>
          </p:cNvPr>
          <p:cNvGrpSpPr/>
          <p:nvPr/>
        </p:nvGrpSpPr>
        <p:grpSpPr>
          <a:xfrm>
            <a:off x="69342" y="-29171"/>
            <a:ext cx="10120690" cy="952500"/>
            <a:chOff x="69342" y="-29171"/>
            <a:chExt cx="10120690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7269425-D5EC-D2BE-80B7-6809ADE7D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29FCE58-732B-83A4-B9E1-E230CA779909}"/>
                </a:ext>
              </a:extLst>
            </p:cNvPr>
            <p:cNvSpPr txBox="1"/>
            <p:nvPr/>
          </p:nvSpPr>
          <p:spPr>
            <a:xfrm>
              <a:off x="545592" y="154691"/>
              <a:ext cx="964444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Settings :     Signals  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F5A93B7-95E6-5F44-7281-85EFC376A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645" y="1104593"/>
            <a:ext cx="8750710" cy="464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6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A137E-8794-9EEC-4E5F-B3EA131D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E20231B-D481-33E6-AEC0-4D962408FED5}"/>
              </a:ext>
            </a:extLst>
          </p:cNvPr>
          <p:cNvGrpSpPr/>
          <p:nvPr/>
        </p:nvGrpSpPr>
        <p:grpSpPr>
          <a:xfrm>
            <a:off x="0" y="-29171"/>
            <a:ext cx="12192000" cy="6887171"/>
            <a:chOff x="0" y="-29171"/>
            <a:chExt cx="12192000" cy="68871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113063A-B1BD-2373-95F8-3142FD6CF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7AC75CD-FB3E-7405-EFBD-E6A36FF4D8AC}"/>
                </a:ext>
              </a:extLst>
            </p:cNvPr>
            <p:cNvSpPr txBox="1"/>
            <p:nvPr/>
          </p:nvSpPr>
          <p:spPr>
            <a:xfrm>
              <a:off x="4779747" y="142603"/>
              <a:ext cx="28737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latin typeface="Arial" panose="020B0604020202020204" pitchFamily="34" charset="0"/>
                </a:rPr>
                <a:t>Ads Previews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97CCCAE-1AC8-6948-89DE-27CA373DE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7253" y="923329"/>
              <a:ext cx="3644747" cy="5905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5A44EBD-C328-673D-350D-2148439E2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9043" y="923327"/>
              <a:ext cx="3933911" cy="590550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55B5691-5C97-03BE-987A-7320B9B19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923329"/>
              <a:ext cx="3496060" cy="59346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567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0469F-E923-39BF-950E-B3AC1C97B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EBC30DE-E9AA-4401-E262-D7F39F3B509D}"/>
              </a:ext>
            </a:extLst>
          </p:cNvPr>
          <p:cNvGrpSpPr/>
          <p:nvPr/>
        </p:nvGrpSpPr>
        <p:grpSpPr>
          <a:xfrm>
            <a:off x="0" y="-29171"/>
            <a:ext cx="12192000" cy="6887171"/>
            <a:chOff x="0" y="-29171"/>
            <a:chExt cx="12192000" cy="688717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8754D58-91AF-9A1C-2C44-2CD13DD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FA5C51-D33E-5C75-4FF1-C4BDD5E21398}"/>
                </a:ext>
              </a:extLst>
            </p:cNvPr>
            <p:cNvSpPr txBox="1"/>
            <p:nvPr/>
          </p:nvSpPr>
          <p:spPr>
            <a:xfrm>
              <a:off x="4779747" y="142603"/>
              <a:ext cx="28737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latin typeface="Arial" panose="020B0604020202020204" pitchFamily="34" charset="0"/>
                </a:rPr>
                <a:t>Ads Previews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5C74027-C468-A84F-DA4F-CA958C84C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80653" y="850392"/>
              <a:ext cx="3611347" cy="600760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12EB4DD-8969-7F71-BB18-D4F644B12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850392"/>
              <a:ext cx="3763757" cy="600760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BA7C3BA-D96C-CDF1-F33A-691A5DFAAE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4478" y="850392"/>
              <a:ext cx="3775454" cy="60076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864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2D092-1BB3-55C3-CF62-C4742C25B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A5E00FA-4E0F-9313-BD4A-AD2EAEF7789B}"/>
              </a:ext>
            </a:extLst>
          </p:cNvPr>
          <p:cNvGrpSpPr/>
          <p:nvPr/>
        </p:nvGrpSpPr>
        <p:grpSpPr>
          <a:xfrm>
            <a:off x="69342" y="-29171"/>
            <a:ext cx="8046998" cy="952500"/>
            <a:chOff x="69342" y="-29171"/>
            <a:chExt cx="8046998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B2B4DE-C11B-334A-E948-F6F67F01A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6E1228-4B39-14DD-B251-A4436C164079}"/>
                </a:ext>
              </a:extLst>
            </p:cNvPr>
            <p:cNvSpPr txBox="1"/>
            <p:nvPr/>
          </p:nvSpPr>
          <p:spPr>
            <a:xfrm>
              <a:off x="4075659" y="154691"/>
              <a:ext cx="40406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latin typeface="Arial" panose="020B0604020202020204" pitchFamily="34" charset="0"/>
                </a:rPr>
                <a:t>Google Ads Budget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DC1F757-D9FE-6AB5-7B2A-0D36FDFB5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68" y="1328584"/>
            <a:ext cx="7944464" cy="422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857F4-3E92-1D6D-84B3-556BA73D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009D9E5-D0A1-4C01-E9C6-25D196FA7443}"/>
              </a:ext>
            </a:extLst>
          </p:cNvPr>
          <p:cNvGrpSpPr/>
          <p:nvPr/>
        </p:nvGrpSpPr>
        <p:grpSpPr>
          <a:xfrm>
            <a:off x="69342" y="-29171"/>
            <a:ext cx="9130561" cy="952500"/>
            <a:chOff x="69342" y="-29171"/>
            <a:chExt cx="9130561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6B01C8B-8B40-0D36-88BB-0DA6E51B0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3FBD949-0BE2-C9E6-E087-0F4B80102433}"/>
                </a:ext>
              </a:extLst>
            </p:cNvPr>
            <p:cNvSpPr txBox="1"/>
            <p:nvPr/>
          </p:nvSpPr>
          <p:spPr>
            <a:xfrm>
              <a:off x="2992094" y="154691"/>
              <a:ext cx="620780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Google Ads  Campaign Review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384419B-C9DE-05C2-36F8-FBCB9462E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142" y="1120263"/>
            <a:ext cx="8691716" cy="461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18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C690-5798-EB0A-05BC-3137DF8C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0810506-A4ED-6A92-6C38-FD79305AF1F5}"/>
              </a:ext>
            </a:extLst>
          </p:cNvPr>
          <p:cNvGrpSpPr/>
          <p:nvPr/>
        </p:nvGrpSpPr>
        <p:grpSpPr>
          <a:xfrm>
            <a:off x="69342" y="-29171"/>
            <a:ext cx="9348978" cy="6212257"/>
            <a:chOff x="69342" y="-29171"/>
            <a:chExt cx="9348978" cy="621225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B9BEFD2-E007-98B2-415E-E4D121003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5FFF74-AE3D-895D-E5D7-385571CCCA33}"/>
                </a:ext>
              </a:extLst>
            </p:cNvPr>
            <p:cNvSpPr txBox="1"/>
            <p:nvPr/>
          </p:nvSpPr>
          <p:spPr>
            <a:xfrm>
              <a:off x="2992094" y="154691"/>
              <a:ext cx="642622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Google Ads  Campaign Publish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274719-52BA-CF84-EB74-2C0E32898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6798" y="923329"/>
              <a:ext cx="5518404" cy="52597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7304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D01C-1548-6C39-66E3-9955E19A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04E196-B7DC-100B-4F17-19FA5F61D5A8}"/>
              </a:ext>
            </a:extLst>
          </p:cNvPr>
          <p:cNvGrpSpPr/>
          <p:nvPr/>
        </p:nvGrpSpPr>
        <p:grpSpPr>
          <a:xfrm>
            <a:off x="69342" y="-29171"/>
            <a:ext cx="8293367" cy="952500"/>
            <a:chOff x="69342" y="-29171"/>
            <a:chExt cx="8293367" cy="9525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95820CB-38BF-5E58-8B8E-470666E62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9342" y="-29171"/>
              <a:ext cx="952500" cy="9525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EDD6318-7124-013D-BAD4-8803931D0864}"/>
                </a:ext>
              </a:extLst>
            </p:cNvPr>
            <p:cNvSpPr txBox="1"/>
            <p:nvPr/>
          </p:nvSpPr>
          <p:spPr>
            <a:xfrm>
              <a:off x="3829291" y="163835"/>
              <a:ext cx="453341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3200" b="1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0"/>
                </a:rPr>
                <a:t>Campaign Dashboard</a:t>
              </a:r>
              <a:endParaRPr lang="en-US" altLang="en-US" sz="3200" dirty="0">
                <a:latin typeface="Arial" panose="020B060402020202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A6F657B-6E73-C136-EDCB-4DA1B6018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348" y="995823"/>
            <a:ext cx="9419304" cy="500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7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09EA3-3285-FA6D-3679-1C217F917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AC4CDF-D58F-35EE-C6FE-CD6548656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800"/>
            <a:ext cx="12192000" cy="49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59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1000"/>
    </mc:Choice>
    <mc:Fallback xmlns="">
      <p:transition advClick="0" advTm="1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</TotalTime>
  <Words>408</Words>
  <Application>Microsoft Office PowerPoint</Application>
  <PresentationFormat>Widescreen</PresentationFormat>
  <Paragraphs>68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Arial</vt:lpstr>
      <vt:lpstr>Arial Rounded MT Bold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Samay Pinjlani</dc:creator>
  <cp:lastModifiedBy>Rohit Panwar</cp:lastModifiedBy>
  <cp:revision>6</cp:revision>
  <dcterms:created xsi:type="dcterms:W3CDTF">2026-09-05T11:09:43Z</dcterms:created>
  <dcterms:modified xsi:type="dcterms:W3CDTF">2026-09-17T05:28:21Z</dcterms:modified>
</cp:coreProperties>
</file>