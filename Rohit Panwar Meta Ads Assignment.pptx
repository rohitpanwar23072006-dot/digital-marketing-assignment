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2" r:id="rId13"/>
    <p:sldId id="273" r:id="rId14"/>
    <p:sldId id="274" r:id="rId15"/>
    <p:sldId id="275" r:id="rId16"/>
    <p:sldId id="277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9DC"/>
    <a:srgbClr val="F7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5F570A-EE24-4298-B2C5-BC44B230FBF4}" v="3" dt="2026-09-17T04:51:02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Panwar" userId="1a4b2c907b5d1444" providerId="LiveId" clId="{7BF327C0-D4F8-4167-929E-9DCFDE382B2F}"/>
    <pc:docChg chg="undo custSel delSld modSld modMainMaster">
      <pc:chgData name="Rohit Panwar" userId="1a4b2c907b5d1444" providerId="LiveId" clId="{7BF327C0-D4F8-4167-929E-9DCFDE382B2F}" dt="2026-09-17T04:51:02.776" v="9"/>
      <pc:docMkLst>
        <pc:docMk/>
      </pc:docMkLst>
      <pc:sldChg chg="addSp delSp modSp mod setBg">
        <pc:chgData name="Rohit Panwar" userId="1a4b2c907b5d1444" providerId="LiveId" clId="{7BF327C0-D4F8-4167-929E-9DCFDE382B2F}" dt="2026-09-17T04:51:02.776" v="9"/>
        <pc:sldMkLst>
          <pc:docMk/>
          <pc:sldMk cId="2717912949" sldId="256"/>
        </pc:sldMkLst>
        <pc:spChg chg="del">
          <ac:chgData name="Rohit Panwar" userId="1a4b2c907b5d1444" providerId="LiveId" clId="{7BF327C0-D4F8-4167-929E-9DCFDE382B2F}" dt="2026-09-16T16:30:03.099" v="1" actId="478"/>
          <ac:spMkLst>
            <pc:docMk/>
            <pc:sldMk cId="2717912949" sldId="256"/>
            <ac:spMk id="7" creationId="{10392A7B-9060-6C0F-4B02-419FF521FC89}"/>
          </ac:spMkLst>
        </pc:spChg>
        <pc:picChg chg="add mod">
          <ac:chgData name="Rohit Panwar" userId="1a4b2c907b5d1444" providerId="LiveId" clId="{7BF327C0-D4F8-4167-929E-9DCFDE382B2F}" dt="2026-09-16T16:30:23.816" v="2" actId="931"/>
          <ac:picMkLst>
            <pc:docMk/>
            <pc:sldMk cId="2717912949" sldId="256"/>
            <ac:picMk id="3" creationId="{D57DE32F-4EB3-2DD9-A1A9-351B77762D12}"/>
          </ac:picMkLst>
        </pc:picChg>
        <pc:picChg chg="del">
          <ac:chgData name="Rohit Panwar" userId="1a4b2c907b5d1444" providerId="LiveId" clId="{7BF327C0-D4F8-4167-929E-9DCFDE382B2F}" dt="2026-09-16T16:29:58.067" v="0" actId="478"/>
          <ac:picMkLst>
            <pc:docMk/>
            <pc:sldMk cId="2717912949" sldId="256"/>
            <ac:picMk id="6" creationId="{A1A05733-F976-1524-A28A-08A7EC87FE0D}"/>
          </ac:picMkLst>
        </pc:picChg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2442837706" sldId="257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2322758" sldId="258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428814665" sldId="259"/>
        </pc:sldMkLst>
      </pc:sldChg>
      <pc:sldChg chg="addSp delSp del mod">
        <pc:chgData name="Rohit Panwar" userId="1a4b2c907b5d1444" providerId="LiveId" clId="{7BF327C0-D4F8-4167-929E-9DCFDE382B2F}" dt="2026-09-17T04:49:53.197" v="6" actId="47"/>
        <pc:sldMkLst>
          <pc:docMk/>
          <pc:sldMk cId="508837746" sldId="260"/>
        </pc:sldMkLst>
        <pc:picChg chg="add del">
          <ac:chgData name="Rohit Panwar" userId="1a4b2c907b5d1444" providerId="LiveId" clId="{7BF327C0-D4F8-4167-929E-9DCFDE382B2F}" dt="2026-09-17T04:48:09.145" v="5" actId="478"/>
          <ac:picMkLst>
            <pc:docMk/>
            <pc:sldMk cId="508837746" sldId="260"/>
            <ac:picMk id="4" creationId="{D2D085C5-3FA9-954B-2511-D0827528165E}"/>
          </ac:picMkLst>
        </pc:picChg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3313838892" sldId="261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968074838" sldId="262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3567242934" sldId="263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2813492368" sldId="264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2286525797" sldId="265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3843261037" sldId="266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1306478826" sldId="271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3568897639" sldId="272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1740680733" sldId="273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4112599716" sldId="274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2619923480" sldId="275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1035225943" sldId="277"/>
        </pc:sldMkLst>
      </pc:sldChg>
      <pc:sldChg chg="setBg">
        <pc:chgData name="Rohit Panwar" userId="1a4b2c907b5d1444" providerId="LiveId" clId="{7BF327C0-D4F8-4167-929E-9DCFDE382B2F}" dt="2026-09-17T04:51:02.776" v="9"/>
        <pc:sldMkLst>
          <pc:docMk/>
          <pc:sldMk cId="719613474" sldId="279"/>
        </pc:sldMkLst>
      </pc:sldChg>
      <pc:sldMasterChg chg="setBg modSldLayout">
        <pc:chgData name="Rohit Panwar" userId="1a4b2c907b5d1444" providerId="LiveId" clId="{7BF327C0-D4F8-4167-929E-9DCFDE382B2F}" dt="2026-09-17T04:51:02.776" v="9"/>
        <pc:sldMasterMkLst>
          <pc:docMk/>
          <pc:sldMasterMk cId="1665710448" sldId="2147483648"/>
        </pc:sldMasterMkLst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326382384" sldId="2147483649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3350750886" sldId="2147483650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92018343" sldId="2147483651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1994403405" sldId="2147483652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3566393923" sldId="2147483653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1218119735" sldId="2147483654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1660604221" sldId="2147483655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2380257735" sldId="2147483656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618740241" sldId="2147483657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2811855502" sldId="2147483658"/>
          </pc:sldLayoutMkLst>
        </pc:sldLayoutChg>
        <pc:sldLayoutChg chg="setBg">
          <pc:chgData name="Rohit Panwar" userId="1a4b2c907b5d1444" providerId="LiveId" clId="{7BF327C0-D4F8-4167-929E-9DCFDE382B2F}" dt="2026-09-17T04:51:02.776" v="9"/>
          <pc:sldLayoutMkLst>
            <pc:docMk/>
            <pc:sldMasterMk cId="1665710448" sldId="2147483648"/>
            <pc:sldLayoutMk cId="259638268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E72BA-C053-49A8-A02D-4784212C9065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B0856-EB0C-45B0-A10B-2D0F32F08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31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B0856-EB0C-45B0-A10B-2D0F32F081F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966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61A5-F29D-19D2-62A0-21FEF24B4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0AC1B-B00E-E7D5-AB97-4A619F03A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70DA8-112A-2130-EB6C-94E5D368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A0F15-45B7-F8A1-3E44-473BE62C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38CEE-B5D5-901E-7CA1-F484982A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82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496D-1984-2575-AE7B-3D0B07BB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6BA59-AC87-D20C-EEF2-6AB2DAD5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E02CF-975C-33DF-5A69-F79A9CD9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E2C01-B046-7803-4B85-162FF9F2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7E3E9-835F-DA64-FA75-D2A66FC0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5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68C-C71B-524D-8483-AC3C62D8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FE2A9-1009-3A92-B517-FB90BF6D0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D64CA-EE13-427A-70E1-69B88134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D0DD7-D2EB-176F-8934-71EEF068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EDDBB-C3C6-EF24-52F8-73025ED7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85F5-B87E-FC56-C6BB-0C4EE8E9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83F5-2713-3017-ECFE-87C2D6973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138CF-8AA1-C7F4-18D9-16ADBA7F9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10CFB-DCA5-958D-7AC4-3CAA26EB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F44DD-3A3F-EB77-C9A6-E6965B5B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7D3E8-E225-E671-0339-A07BC522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40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AF1D-6C03-7349-1912-5E8ED33F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0DDB0-DF94-8566-832A-E437D1B23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72474-8293-4566-3B97-1D3B0B5AE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9FF9E-07CD-ADE9-8BF7-A3B9B5459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309B3-8985-AEB6-54C1-8CC27F85C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91732-BB42-6738-CC40-CB940C3D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B3A18-7F1E-19C1-D92D-FBDBF5F6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09AC-ED7E-B480-7053-FCC94032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9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1F30-0BD7-EF41-351C-114884D6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4CD19-B44A-DD02-AE19-A346D343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17E6B-0BC0-98D8-AEDE-5987A3D6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3C4D0-30C0-4E70-3EA1-E7F1841B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11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4F7CF-AF0E-6A15-5CF3-6F175729C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82934-B031-4B73-D246-494A5D3B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1498C-46A0-D54F-9CE8-F734F700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0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3AD4-273D-5A48-F3A6-0AC57A3F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EE70-A103-6E28-0027-BDDCEC016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EF845-8DEB-41F7-83B1-B99B397B1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B24D8-5416-07E7-CB2F-C0BD06C0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DF896-D9F5-B5F1-68CB-5E82522D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7BCBB-203B-1C3B-7E65-39FF3615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5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4C84-CA19-3163-BCD1-6CBA9D25F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B2311-464C-CD02-C289-F317E3E25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58E1D-90CF-0417-AB06-D121FEA1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47264-CE08-45D6-F3AC-FBA8B4C8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1231A-B06A-56AC-85AA-E03B3D67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4C02E-C3B2-02A1-71AA-7FC94A9B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0CDD-6847-7A7C-89A5-BC0CEC14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957B4-E4B6-EE2A-A93A-F5341A76B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9F971-1D16-3F57-0A41-14011474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CEC76-2417-BBA0-A5FF-C893E489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B099B-F934-F9C7-EB04-F0DABF5D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033E47-2EE6-52CB-ECD5-7B1BCD3DC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E0D6A-5953-EC38-386D-018CCA6C9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A16C1-DEE6-C7E4-A42D-61FCC4B8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4A79D-1D4E-D4B2-F746-9AC41C1F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352EF-DE3C-68A0-245D-038232FE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382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D0EFA-7F68-73A0-740A-FD82FDF5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DE8B3-9DF9-0B86-1728-5E6AF702F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E7089-AD59-D62D-A128-1F04AF1A7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FCD1A-CA2A-4172-A66F-69A048580FA2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55F51-73AC-5490-7146-81B980BFB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25F9-1BC4-4465-0256-A6841E5D2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17E2F-E1AC-4B81-8EB3-5D1B52BD18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71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DE32F-4EB3-2DD9-A1A9-351B77762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1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D5179-FF80-3782-C1FB-D37A7CD8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879415-659C-1DF4-E336-7CD8D7465F8A}"/>
              </a:ext>
            </a:extLst>
          </p:cNvPr>
          <p:cNvGrpSpPr/>
          <p:nvPr/>
        </p:nvGrpSpPr>
        <p:grpSpPr>
          <a:xfrm>
            <a:off x="0" y="136791"/>
            <a:ext cx="12192000" cy="6440704"/>
            <a:chOff x="0" y="136791"/>
            <a:chExt cx="12192000" cy="644070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7ED873A-1CA7-CE75-DFF4-CC4B824CA96C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0A4D3B-8815-C5B9-5631-94ADC7DAA4D9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66F333-2035-6D6D-C07C-3F36F882CE18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C35DBB-6274-E24A-B24F-FA61471A9ED6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Report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C45C79-7E5E-F6DB-6100-2FAE423E467E}"/>
                </a:ext>
              </a:extLst>
            </p:cNvPr>
            <p:cNvGrpSpPr/>
            <p:nvPr/>
          </p:nvGrpSpPr>
          <p:grpSpPr>
            <a:xfrm>
              <a:off x="2576927" y="943132"/>
              <a:ext cx="7038145" cy="5634363"/>
              <a:chOff x="2576927" y="943132"/>
              <a:chExt cx="7038145" cy="563436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020128-7DD1-AF68-0A71-6FDA3F0DD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6927" y="943132"/>
                <a:ext cx="7038145" cy="36625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33338" algn="r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Assignment Folio of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Digital Marketing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Submitted to 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Dezyne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École College 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Toward Digital Marketing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By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lang="en-US" altLang="en-US" sz="16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Rohit Panwar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BCA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r>
                  <a:rPr lang="en-US" altLang="en-US" sz="16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Sem III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2733338" algn="r"/>
                  </a:tabLst>
                </a:pP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B266136-DE61-356B-3846-7A30246C8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737" y="5715721"/>
                <a:ext cx="4888523" cy="8617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Dezyne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École College 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106/10, Civil Lines, Ajmer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</a:rPr>
                  <a:t> 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563C1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hlinkClick r:id="rId2"/>
                  </a:rPr>
                  <a:t>www.dezyneecole.com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440487C-D571-57FA-22BF-885F82F4E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7176" y="4398264"/>
              <a:ext cx="2344145" cy="1317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283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F27D-39FA-86ED-7B8B-D73A1E1B5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5E5524C-6F22-D689-E7B6-7D95A252E001}"/>
              </a:ext>
            </a:extLst>
          </p:cNvPr>
          <p:cNvGrpSpPr/>
          <p:nvPr/>
        </p:nvGrpSpPr>
        <p:grpSpPr>
          <a:xfrm>
            <a:off x="0" y="173367"/>
            <a:ext cx="12192000" cy="6118365"/>
            <a:chOff x="0" y="136791"/>
            <a:chExt cx="12192000" cy="6118365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B82314BD-6D01-F5A3-A551-08B3BBE86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68" y="1484619"/>
              <a:ext cx="12004432" cy="477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IN" sz="1600" dirty="0"/>
                <a:t>We take this opportunity to express our sincere gratitude to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 for providing us with the knowledge, resources, and guidance essential to the successful completion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Our deepest thanks to our respected Principal, Dr. Vinita Mathur, for her visionary leadership and continuous encouragement. Her commitment to academic excellence and student growth has been a constant source of motivation and pride.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equally thankful to all our faculty members for their consistent support, expert advice, and valuable insights that shaped our learning and helped us achieve this milestone.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Lastly, we extend heartfelt thanks to everyone who directly or indirectly contributed to the success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proud to be part of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College, an institution that truly nurtures professionalism, innovation, and purpose.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With sincere appreciation,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Rohit Panwar</a:t>
              </a:r>
              <a:br>
                <a:rPr lang="en-IN" sz="1600" dirty="0"/>
              </a:br>
              <a:r>
                <a:rPr lang="en-IN" sz="1600" dirty="0"/>
                <a:t>Department of Bachelor of Computer Applications</a:t>
              </a:r>
              <a:br>
                <a:rPr lang="en-IN" sz="1600" dirty="0"/>
              </a:br>
              <a:r>
                <a:rPr lang="en-IN" sz="1600" dirty="0" err="1"/>
                <a:t>Dezyne</a:t>
              </a:r>
              <a:r>
                <a:rPr lang="en-IN" sz="1600" dirty="0"/>
                <a:t> École College, Ajmer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9FDC809-DB30-897A-6A12-2A76A0A200A0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CD4764-E58E-F809-B9A6-3ED7BFDC76FF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38B6A5-AE19-DBDA-B4B2-40A3274BECBF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DAF088-FC9A-DF8B-0840-C75CDBFD6A05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Acknowledgement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140B-F664-2844-AFCC-647CD85C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E3DC25B-C929-6F8F-A48C-4138B75CC1C7}"/>
              </a:ext>
            </a:extLst>
          </p:cNvPr>
          <p:cNvCxnSpPr/>
          <p:nvPr/>
        </p:nvCxnSpPr>
        <p:spPr>
          <a:xfrm>
            <a:off x="0" y="611883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9F64FB-E22F-178A-1A94-207F2D388C72}"/>
              </a:ext>
            </a:extLst>
          </p:cNvPr>
          <p:cNvSpPr txBox="1"/>
          <p:nvPr/>
        </p:nvSpPr>
        <p:spPr>
          <a:xfrm>
            <a:off x="187568" y="674361"/>
            <a:ext cx="2813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75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332DA-3FED-C75B-1C2F-D2A2F1E632CF}"/>
              </a:ext>
            </a:extLst>
          </p:cNvPr>
          <p:cNvSpPr txBox="1"/>
          <p:nvPr/>
        </p:nvSpPr>
        <p:spPr>
          <a:xfrm>
            <a:off x="187569" y="205438"/>
            <a:ext cx="281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3B2BE-0A73-480D-BA92-29ACD3FE6242}"/>
              </a:ext>
            </a:extLst>
          </p:cNvPr>
          <p:cNvSpPr txBox="1"/>
          <p:nvPr/>
        </p:nvSpPr>
        <p:spPr>
          <a:xfrm>
            <a:off x="9744593" y="34034"/>
            <a:ext cx="2325488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D0C29-46C6-D691-033F-D6B914428342}"/>
              </a:ext>
            </a:extLst>
          </p:cNvPr>
          <p:cNvSpPr txBox="1"/>
          <p:nvPr/>
        </p:nvSpPr>
        <p:spPr>
          <a:xfrm>
            <a:off x="187567" y="1152619"/>
            <a:ext cx="118825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>
                <a:effectLst/>
              </a:rPr>
              <a:t>Objectives :</a:t>
            </a:r>
          </a:p>
          <a:p>
            <a:pPr rtl="0">
              <a:buNone/>
            </a:pPr>
            <a:r>
              <a:rPr lang="en-IN" dirty="0">
                <a:effectLst/>
              </a:rPr>
              <a:t> Increase Instagram Profile Visits, Boost Brand Awareness, Grow Followers Organically, Increase Engagement Rate &amp; Improve Content Reach.</a:t>
            </a:r>
          </a:p>
          <a:p>
            <a:pPr rtl="0">
              <a:buNone/>
            </a:pPr>
            <a:endParaRPr lang="en-IN" dirty="0">
              <a:effectLst/>
            </a:endParaRPr>
          </a:p>
          <a:p>
            <a:pPr rtl="0">
              <a:buNone/>
            </a:pPr>
            <a:r>
              <a:rPr lang="en-IN" b="1" dirty="0">
                <a:effectLst/>
              </a:rPr>
              <a:t>Key Feature :</a:t>
            </a:r>
            <a:br>
              <a:rPr lang="en-IN" b="1" dirty="0">
                <a:effectLst/>
              </a:rPr>
            </a:br>
            <a:endParaRPr lang="en-IN" dirty="0">
              <a:effectLst/>
            </a:endParaRPr>
          </a:p>
          <a:p>
            <a:pPr marL="342900" indent="-342900" rtl="0">
              <a:buAutoNum type="arabicPeriod"/>
            </a:pPr>
            <a:r>
              <a:rPr lang="en-IN" b="1" dirty="0">
                <a:effectLst/>
              </a:rPr>
              <a:t>Traffic Campaign Objective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Selected the </a:t>
            </a:r>
            <a:r>
              <a:rPr lang="en-IN" b="1" dirty="0">
                <a:effectLst/>
              </a:rPr>
              <a:t>"Traffic"</a:t>
            </a:r>
            <a:r>
              <a:rPr lang="en-IN" dirty="0">
                <a:effectLst/>
              </a:rPr>
              <a:t> objective in Meta Ads Manager to drive Instagram profile visits.</a:t>
            </a:r>
          </a:p>
          <a:p>
            <a:pPr rtl="0"/>
            <a:endParaRPr lang="en-IN" dirty="0">
              <a:effectLst/>
            </a:endParaRPr>
          </a:p>
          <a:p>
            <a:pPr rtl="0">
              <a:buNone/>
            </a:pPr>
            <a:r>
              <a:rPr lang="en-IN" b="1" dirty="0">
                <a:effectLst/>
              </a:rPr>
              <a:t>2. Audience Targeting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Targeted users based on </a:t>
            </a:r>
            <a:r>
              <a:rPr lang="en-IN" b="1" dirty="0">
                <a:effectLst/>
              </a:rPr>
              <a:t>age, interests, </a:t>
            </a:r>
            <a:r>
              <a:rPr lang="en-IN" b="1" dirty="0" err="1">
                <a:effectLst/>
              </a:rPr>
              <a:t>behavior</a:t>
            </a:r>
            <a:r>
              <a:rPr lang="en-IN" b="1" dirty="0">
                <a:effectLst/>
              </a:rPr>
              <a:t>, and location.</a:t>
            </a:r>
          </a:p>
          <a:p>
            <a:pPr rtl="0">
              <a:buNone/>
            </a:pPr>
            <a:endParaRPr lang="en-IN" dirty="0">
              <a:effectLst/>
            </a:endParaRPr>
          </a:p>
          <a:p>
            <a:pPr rtl="0">
              <a:buNone/>
            </a:pPr>
            <a:r>
              <a:rPr lang="en-IN" b="1" dirty="0">
                <a:effectLst/>
              </a:rPr>
              <a:t>3. Engaging Creative Content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Used </a:t>
            </a:r>
            <a:r>
              <a:rPr lang="en-IN" b="1" dirty="0">
                <a:effectLst/>
              </a:rPr>
              <a:t>eye-catching Reels, carousel posts, and strong captions.</a:t>
            </a:r>
          </a:p>
          <a:p>
            <a:pPr rtl="0">
              <a:buNone/>
            </a:pPr>
            <a:endParaRPr lang="en-IN" dirty="0">
              <a:effectLst/>
            </a:endParaRPr>
          </a:p>
          <a:p>
            <a:pPr rtl="0">
              <a:buNone/>
            </a:pPr>
            <a:r>
              <a:rPr lang="en-IN" b="1" dirty="0">
                <a:effectLst/>
              </a:rPr>
              <a:t>4. Call-to-Action Button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Used </a:t>
            </a:r>
            <a:r>
              <a:rPr lang="en-IN" b="1" dirty="0">
                <a:effectLst/>
              </a:rPr>
              <a:t>"Visit Instagram Profile"</a:t>
            </a:r>
            <a:r>
              <a:rPr lang="en-IN" dirty="0">
                <a:effectLst/>
              </a:rPr>
              <a:t> to direct users instantly.</a:t>
            </a:r>
          </a:p>
          <a:p>
            <a:pPr rtl="0">
              <a:buNone/>
            </a:pPr>
            <a:endParaRPr lang="en-IN" dirty="0">
              <a:effectLst/>
            </a:endParaRPr>
          </a:p>
          <a:p>
            <a:pPr rtl="0">
              <a:buNone/>
            </a:pPr>
            <a:r>
              <a:rPr lang="en-IN" b="1" dirty="0">
                <a:effectLst/>
              </a:rPr>
              <a:t>5. Performance Tracking</a:t>
            </a:r>
            <a:r>
              <a:rPr lang="en-IN" dirty="0">
                <a:effectLst/>
              </a:rPr>
              <a:t> </a:t>
            </a:r>
            <a:br>
              <a:rPr lang="en-IN" dirty="0">
                <a:effectLst/>
              </a:rPr>
            </a:br>
            <a:r>
              <a:rPr lang="en-IN" dirty="0">
                <a:effectLst/>
              </a:rPr>
              <a:t>Monitored metrics like </a:t>
            </a:r>
            <a:r>
              <a:rPr lang="en-IN" b="1" dirty="0">
                <a:effectLst/>
              </a:rPr>
              <a:t>CTR, Profile Visits, CPC, and Engagement Rate.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881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DA387-6C94-475D-3FFE-E5A341345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90B8DA-9B19-9097-39F8-3BB0F6B5D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F7EB7F-9AC3-53E7-5332-51C6B5A012BA}"/>
              </a:ext>
            </a:extLst>
          </p:cNvPr>
          <p:cNvSpPr txBox="1"/>
          <p:nvPr/>
        </p:nvSpPr>
        <p:spPr>
          <a:xfrm>
            <a:off x="2765355" y="188897"/>
            <a:ext cx="6661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Meta Ads Platform - Overview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DBF8E1-9757-E586-5C9F-B0AB5B02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61" y="1028492"/>
            <a:ext cx="10135478" cy="4801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EEC8D8-ECCB-F0D5-369A-5F7899C96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38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0266-1C2C-7880-EDE9-427B44CD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783356-5565-AF2F-3625-10AD857D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BCDD1A-40D2-E21B-1949-8DEF954670F1}"/>
              </a:ext>
            </a:extLst>
          </p:cNvPr>
          <p:cNvSpPr txBox="1"/>
          <p:nvPr/>
        </p:nvSpPr>
        <p:spPr>
          <a:xfrm>
            <a:off x="3057963" y="188897"/>
            <a:ext cx="5308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Reach the Right People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8C62E-BF6E-1E7A-5917-180075354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9" y="1130769"/>
            <a:ext cx="11503742" cy="5538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DFB81-EA9F-FBB0-81BA-FDB148B09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7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2D73C-B113-0171-291F-89F37F3C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52A72A-D4B3-71AF-2FA4-6A72262A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EA7137-875C-3760-A599-4C87A5BDF84E}"/>
              </a:ext>
            </a:extLst>
          </p:cNvPr>
          <p:cNvSpPr txBox="1"/>
          <p:nvPr/>
        </p:nvSpPr>
        <p:spPr>
          <a:xfrm>
            <a:off x="2765355" y="188897"/>
            <a:ext cx="6726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Get Started with Ads Manager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66670-BE15-27D4-CCC4-7E3C4FBC2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" y="1637268"/>
            <a:ext cx="6417069" cy="42030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468BD2-3FC3-CF04-6CC0-A1AA8BD4A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755" y="1637268"/>
            <a:ext cx="5084359" cy="37901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7E191D-0B00-53D7-E8D3-FD78268994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4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BC40-5910-8D7F-3DC8-B913285C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148E41-5703-DC81-6E93-54CFE15AC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0857C6-9ED0-95AB-A6E8-25D4080CC5AB}"/>
              </a:ext>
            </a:extLst>
          </p:cNvPr>
          <p:cNvSpPr txBox="1"/>
          <p:nvPr/>
        </p:nvSpPr>
        <p:spPr>
          <a:xfrm>
            <a:off x="3204267" y="115022"/>
            <a:ext cx="4997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Connected Instagram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B26264-25B5-F9E9-099B-12B2E9AF1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356" y="1481921"/>
            <a:ext cx="6081287" cy="3894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37967B-8CA2-223A-995B-95EF6DC36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92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1F9D-F6EE-58FF-7675-3B7AAB73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B3DBB-6664-4B3F-B049-319B4946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40B35-E178-2917-8A6F-030D2CE2B482}"/>
              </a:ext>
            </a:extLst>
          </p:cNvPr>
          <p:cNvSpPr txBox="1"/>
          <p:nvPr/>
        </p:nvSpPr>
        <p:spPr>
          <a:xfrm>
            <a:off x="2734749" y="281230"/>
            <a:ext cx="6661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Campaign Setup – Manual Traffic Campaign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924249-586B-715E-405D-7C1D50505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957" y="1702920"/>
            <a:ext cx="4458086" cy="345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F239C4-A0E0-668E-77C3-3D5D27C00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25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DBEF-1A45-1F20-B009-2792417F9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DE62E7-5880-B2B3-4262-99A5B3A90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2E583-0720-E5D6-DFFB-56A08E5B2DEB}"/>
              </a:ext>
            </a:extLst>
          </p:cNvPr>
          <p:cNvSpPr txBox="1"/>
          <p:nvPr/>
        </p:nvSpPr>
        <p:spPr>
          <a:xfrm>
            <a:off x="2644486" y="308662"/>
            <a:ext cx="690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Campaign Objective Selection – Online Traffic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7D87A-5D0F-438B-60C8-7AFE62A9E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096" y="1214899"/>
            <a:ext cx="4817806" cy="4998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615EA7-5AA6-18FE-BC13-2C959686B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6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735C5-8054-687C-F6D6-83420B4E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6216F8-B87B-744D-47C1-F41C8733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22F609-D112-AA36-466D-197C82AB451F}"/>
              </a:ext>
            </a:extLst>
          </p:cNvPr>
          <p:cNvSpPr txBox="1"/>
          <p:nvPr/>
        </p:nvSpPr>
        <p:spPr>
          <a:xfrm>
            <a:off x="2644487" y="308662"/>
            <a:ext cx="643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Budget Strategy &amp; Bidding Selection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AABA5-0744-AB0D-F8FF-68733A8F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303" y="1115961"/>
            <a:ext cx="4965394" cy="5137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302608-0ECC-D154-5B7E-C48F6F088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78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9799-5B97-B284-F9F5-E7A595C4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3D8AE-B266-AB7C-7F16-49F2AA62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9237FD-B39C-3451-5368-028FF9FA80B5}"/>
              </a:ext>
            </a:extLst>
          </p:cNvPr>
          <p:cNvSpPr txBox="1"/>
          <p:nvPr/>
        </p:nvSpPr>
        <p:spPr>
          <a:xfrm>
            <a:off x="2644486" y="308662"/>
            <a:ext cx="690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Ad Set Configuration – Profile Traffic Strategy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DBFEA-16BA-C83C-0610-49A77BE11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180" y="940034"/>
            <a:ext cx="6825638" cy="5609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BDF346-45B9-2714-FB78-140BF7450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9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5296-7DD8-3E86-C8AE-1F875673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250360-5B8C-6B0B-31C6-87CFAF45D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2FBDC-945E-0117-A0E3-C070F8C5FD8C}"/>
              </a:ext>
            </a:extLst>
          </p:cNvPr>
          <p:cNvSpPr txBox="1"/>
          <p:nvPr/>
        </p:nvSpPr>
        <p:spPr>
          <a:xfrm>
            <a:off x="2644487" y="308662"/>
            <a:ext cx="643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Budget Strategy &amp; Bidding Selection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3336A-FB05-6F9B-24F9-5C301FDD0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805" y="1156342"/>
            <a:ext cx="3700390" cy="5392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3EAA62-84DE-BC68-E059-FDA5B0F34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80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705C-1AC2-0F96-6C62-51A732DD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B46EBB-97DE-EFFD-4E1C-1844314E6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E61682-BFC2-268E-F387-33BFD29A5CC3}"/>
              </a:ext>
            </a:extLst>
          </p:cNvPr>
          <p:cNvSpPr txBox="1"/>
          <p:nvPr/>
        </p:nvSpPr>
        <p:spPr>
          <a:xfrm>
            <a:off x="3615034" y="262773"/>
            <a:ext cx="4574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Location Targeting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BAA0E-F1F2-1B3B-DE59-7B8F6046C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03" y="988313"/>
            <a:ext cx="4750924" cy="5869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FC81A-4648-725B-0183-05B156E9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231" y="145326"/>
            <a:ext cx="1779640" cy="8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99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0AE7-0341-6DD6-B0A6-109D625B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82AE52-AAF1-C25A-5F27-D76D31B81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06C18-4B51-FECF-383B-8D3462BC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660" y="908103"/>
            <a:ext cx="3615234" cy="5016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9555F1-B565-BFF1-E99F-1F4E407EF2B2}"/>
              </a:ext>
            </a:extLst>
          </p:cNvPr>
          <p:cNvSpPr txBox="1"/>
          <p:nvPr/>
        </p:nvSpPr>
        <p:spPr>
          <a:xfrm>
            <a:off x="3450777" y="219675"/>
            <a:ext cx="4815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Ad Placement Strategy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EDFAB0-F86E-5D6C-2703-8B9002035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29" y="908103"/>
            <a:ext cx="4815094" cy="53407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620D43-0EA3-219A-A6FF-110D8883AE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2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5F15-3ADE-FAFC-D88B-B92ADC48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C5DBD3-4857-6A43-7C26-29D3FBB9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35813"/>
            <a:ext cx="952500" cy="952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7A7989-7ACD-33B4-D333-98552100BBA0}"/>
              </a:ext>
            </a:extLst>
          </p:cNvPr>
          <p:cNvSpPr txBox="1"/>
          <p:nvPr/>
        </p:nvSpPr>
        <p:spPr>
          <a:xfrm>
            <a:off x="4017317" y="166433"/>
            <a:ext cx="41573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Ad Campaign Setup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4FA5B-D6A8-70AF-D52D-62743A3D3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864" y="116314"/>
            <a:ext cx="791496" cy="791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41A08-3454-CD8D-BDF4-FCBC5C2B3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49" y="773200"/>
            <a:ext cx="11103302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25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186B-5ED3-F829-76E8-CD226BE7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F8ACA5-5C4D-5EB1-661E-69D7AFE89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38275"/>
            <a:ext cx="9753600" cy="3981450"/>
          </a:xfrm>
          <a:prstGeom prst="rect">
            <a:avLst/>
          </a:prstGeom>
          <a:gradFill>
            <a:gsLst>
              <a:gs pos="2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719613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394</Words>
  <Application>Microsoft Office PowerPoint</Application>
  <PresentationFormat>Widescreen</PresentationFormat>
  <Paragraphs>54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Samay Pinjlani</dc:creator>
  <cp:lastModifiedBy>Rohit Panwar</cp:lastModifiedBy>
  <cp:revision>4</cp:revision>
  <dcterms:created xsi:type="dcterms:W3CDTF">2026-09-09T15:04:11Z</dcterms:created>
  <dcterms:modified xsi:type="dcterms:W3CDTF">2026-09-17T04:51:08Z</dcterms:modified>
</cp:coreProperties>
</file>